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Receba a pessoa que está entrando sem antecipar o conteúdo. Diga apenas que será uma conversa curta sobre o papel da Qualidade e a ficha de monitoria, e que não existem respostas certas ou erradas.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pergunta em voz alta e dê alguns segundos de silêncio. Peça que cada pessoa escolha as palavras que lhe vêm à cabeça ou escreva outras no campo. Não comente nem corrija; não reforce nenhuma palavra. Se alguém falar em voz alta, registre a palavra no campo. Perguntas para conversar: O que fez você pensar nessa palavra? Alguma foi diferente do que você esperava?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palavras do grupo aparecem na faixa do topo. Retome as que se conectem a analisar, orientar, desenvolver ou evoluir e reconheça as percepções negativas em vez de contradizê-las. Pergunte: o que vocês imaginam que um monitor faz no dia a dia? Depois mostre que a avaliação parte de evidências.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palavras como fiscalização ou cobrança apareceram, este é o momento de olhar o contraste com o que buscamos. A nota é um indicador; o desenvolvimento é o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os quatro blocos e seus pesos. Os critérios de cada bloco estão nos próximos slides e podem ser consultados conforme as dúvidas. O checklist completo também abre pelo botão deste slide ou pela tecla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Não é preciso ler todos os critérios; pergunte quais geram mais dúvidas.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Sondagem é o critério de maior peso do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Chame atenção para argumentação e contorno de objeções.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Lembre que a experiência do cliente não termina quando ele aceita a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os critérios críticos têm atenção especial mesmo sem somar pontos na estrutura apresentada.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Duas ferramentas fazem parte da rotina do Closer: a SARA, onde toda ligação e tentativa de contato precisa ser gravada, e o portal do Locus. O botão abre o Locus em outra aba.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monitores e a quem recorrer. Se fizer sentido, feche com a pergunta: qual habilidade você gostaria de desenvolver ainda mais nos seus atendimentos?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Relationship Id="rId9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5.xml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8.xml"/><Relationship Id="rId13" Type="http://schemas.openxmlformats.org/officeDocument/2006/relationships/slide" Target="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hyperlink" Target="https://projectlocus.pages.dev/" TargetMode="Externa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910806"/>
            <a:ext cx="7162620" cy="463538"/>
          </a:xfrm>
          <a:prstGeom prst="rect">
            <a:avLst/>
          </a:prstGeom>
        </p:spPr>
      </p:pic>
      <p:pic>
        <p:nvPicPr>
          <p:cNvPr id="4" name="anim2" descr="el_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2107651"/>
            <a:ext cx="7162620" cy="1443596"/>
          </a:xfrm>
          <a:prstGeom prst="rect">
            <a:avLst/>
          </a:prstGeom>
        </p:spPr>
      </p:pic>
      <p:pic>
        <p:nvPicPr>
          <p:cNvPr id="5" name="anim3" descr="el_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373452"/>
            <a:ext cx="5181470" cy="576545"/>
          </a:xfrm>
          <a:prstGeom prst="rect">
            <a:avLst/>
          </a:prstGeom>
        </p:spPr>
      </p:pic>
      <p:pic>
        <p:nvPicPr>
          <p:cNvPr id="6" name="anim4" descr="el_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759502"/>
            <a:ext cx="7162620" cy="476238"/>
          </a:xfrm>
          <a:prstGeom prst="rect">
            <a:avLst/>
          </a:prstGeom>
        </p:spPr>
      </p:pic>
      <p:pic>
        <p:nvPicPr>
          <p:cNvPr id="7" name="anim5" descr="el_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057945"/>
            <a:ext cx="7162620" cy="685782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9"/>
          </p:cNvPr>
          <p:cNvSpPr/>
          <p:nvPr/>
        </p:nvSpPr>
        <p:spPr>
          <a:xfrm>
            <a:off x="2692332" y="4235740"/>
            <a:ext cx="1725470" cy="3301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2216094"/>
            <a:ext cx="7162620" cy="463538"/>
          </a:xfrm>
          <a:prstGeom prst="rect">
            <a:avLst/>
          </a:prstGeom>
        </p:spPr>
      </p:pic>
      <p:pic>
        <p:nvPicPr>
          <p:cNvPr id="4" name="anim2" descr="el_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2412939"/>
            <a:ext cx="6578435" cy="1085822"/>
          </a:xfrm>
          <a:prstGeom prst="rect">
            <a:avLst/>
          </a:prstGeom>
        </p:spPr>
      </p:pic>
      <p:pic>
        <p:nvPicPr>
          <p:cNvPr id="5" name="anim3" descr="el_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359066"/>
            <a:ext cx="7162620" cy="647683"/>
          </a:xfrm>
          <a:prstGeom prst="rect">
            <a:avLst/>
          </a:prstGeom>
        </p:spPr>
      </p:pic>
      <p:pic>
        <p:nvPicPr>
          <p:cNvPr id="6" name="anim4" descr="el_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790855"/>
            <a:ext cx="7162620" cy="64768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470385"/>
            <a:ext cx="7162620" cy="463538"/>
          </a:xfrm>
          <a:prstGeom prst="rect">
            <a:avLst/>
          </a:prstGeom>
        </p:spPr>
      </p:pic>
      <p:pic>
        <p:nvPicPr>
          <p:cNvPr id="4" name="anim2" descr="el_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667230"/>
            <a:ext cx="7162620" cy="739558"/>
          </a:xfrm>
          <a:prstGeom prst="rect">
            <a:avLst/>
          </a:prstGeom>
        </p:spPr>
      </p:pic>
      <p:pic>
        <p:nvPicPr>
          <p:cNvPr id="5" name="anim3" descr="el_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55591" cy="355591"/>
          </a:xfrm>
          <a:prstGeom prst="rect">
            <a:avLst/>
          </a:prstGeom>
        </p:spPr>
      </p:pic>
      <p:pic>
        <p:nvPicPr>
          <p:cNvPr id="6" name="anim4" descr="el_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140094"/>
            <a:ext cx="6070448" cy="1018455"/>
          </a:xfrm>
          <a:prstGeom prst="rect">
            <a:avLst/>
          </a:prstGeom>
        </p:spPr>
      </p:pic>
      <p:pic>
        <p:nvPicPr>
          <p:cNvPr id="7" name="anim5" descr="el_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2980754"/>
            <a:ext cx="7162620" cy="1936701"/>
          </a:xfrm>
          <a:prstGeom prst="rect">
            <a:avLst/>
          </a:prstGeom>
        </p:spPr>
      </p:pic>
      <p:pic>
        <p:nvPicPr>
          <p:cNvPr id="8" name="anim6" descr="el_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701561"/>
            <a:ext cx="6070448" cy="48258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05378"/>
            <a:ext cx="7162620" cy="463538"/>
          </a:xfrm>
          <a:prstGeom prst="rect">
            <a:avLst/>
          </a:prstGeom>
        </p:spPr>
      </p:pic>
      <p:pic>
        <p:nvPicPr>
          <p:cNvPr id="4" name="anim2" descr="el_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02223"/>
            <a:ext cx="7162620" cy="739558"/>
          </a:xfrm>
          <a:prstGeom prst="rect">
            <a:avLst/>
          </a:prstGeom>
        </p:spPr>
      </p:pic>
      <p:pic>
        <p:nvPicPr>
          <p:cNvPr id="5" name="anim3" descr="el_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052883"/>
            <a:ext cx="7162620" cy="2428715"/>
          </a:xfrm>
          <a:prstGeom prst="rect">
            <a:avLst/>
          </a:prstGeom>
        </p:spPr>
      </p:pic>
      <p:pic>
        <p:nvPicPr>
          <p:cNvPr id="6" name="anim4" descr="el_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316503"/>
            <a:ext cx="7162620" cy="11326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958032"/>
            <a:ext cx="7162620" cy="463538"/>
          </a:xfrm>
          <a:prstGeom prst="rect">
            <a:avLst/>
          </a:prstGeom>
        </p:spPr>
      </p:pic>
      <p:pic>
        <p:nvPicPr>
          <p:cNvPr id="4" name="anim2" descr="el_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154877"/>
            <a:ext cx="7162620" cy="739558"/>
          </a:xfrm>
          <a:prstGeom prst="rect">
            <a:avLst/>
          </a:prstGeom>
        </p:spPr>
      </p:pic>
      <p:pic>
        <p:nvPicPr>
          <p:cNvPr id="5" name="anim3" descr="el_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627742"/>
            <a:ext cx="7162620" cy="1681318"/>
          </a:xfrm>
          <a:prstGeom prst="rect">
            <a:avLst/>
          </a:prstGeom>
        </p:spPr>
      </p:pic>
      <p:pic>
        <p:nvPicPr>
          <p:cNvPr id="6" name="anim4" descr="el_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118565"/>
            <a:ext cx="7162620" cy="1816054"/>
          </a:xfrm>
          <a:prstGeom prst="rect">
            <a:avLst/>
          </a:prstGeom>
        </p:spPr>
      </p:pic>
      <p:pic>
        <p:nvPicPr>
          <p:cNvPr id="7" name="anim5" descr="el_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718725"/>
            <a:ext cx="7162620" cy="482587"/>
          </a:xfrm>
          <a:prstGeom prst="rect">
            <a:avLst/>
          </a:prstGeom>
        </p:spPr>
      </p:pic>
      <p:pic>
        <p:nvPicPr>
          <p:cNvPr id="8" name="anim6" descr="el_5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5023518"/>
            <a:ext cx="7162620" cy="673083"/>
          </a:xfrm>
          <a:prstGeom prst="rect">
            <a:avLst/>
          </a:prstGeom>
        </p:spPr>
      </p:pic>
      <p:sp>
        <p:nvSpPr>
          <p:cNvPr id="9" name="ir_para_slide">
            <a:hlinkClick action="ppaction://hlinksldjump" r:id="rId10"/>
          </p:cNvPr>
          <p:cNvSpPr/>
          <p:nvPr/>
        </p:nvSpPr>
        <p:spPr>
          <a:xfrm>
            <a:off x="2692332" y="3296361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r_para_slide">
            <a:hlinkClick action="ppaction://hlinksldjump" r:id="rId11"/>
          </p:cNvPr>
          <p:cNvSpPr/>
          <p:nvPr/>
        </p:nvSpPr>
        <p:spPr>
          <a:xfrm>
            <a:off x="4419489" y="3296361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r_para_slide">
            <a:hlinkClick action="ppaction://hlinksldjump" r:id="rId12"/>
          </p:cNvPr>
          <p:cNvSpPr/>
          <p:nvPr/>
        </p:nvSpPr>
        <p:spPr>
          <a:xfrm>
            <a:off x="6146646" y="3296361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r_para_slide">
            <a:hlinkClick action="ppaction://hlinksldjump" r:id="rId13"/>
          </p:cNvPr>
          <p:cNvSpPr/>
          <p:nvPr/>
        </p:nvSpPr>
        <p:spPr>
          <a:xfrm>
            <a:off x="7873803" y="3296361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817443"/>
            <a:ext cx="7162620" cy="463538"/>
          </a:xfrm>
          <a:prstGeom prst="rect">
            <a:avLst/>
          </a:prstGeom>
        </p:spPr>
      </p:pic>
      <p:pic>
        <p:nvPicPr>
          <p:cNvPr id="4" name="anim2" descr="el_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2014288"/>
            <a:ext cx="7162620" cy="739558"/>
          </a:xfrm>
          <a:prstGeom prst="rect">
            <a:avLst/>
          </a:prstGeom>
        </p:spPr>
      </p:pic>
      <p:pic>
        <p:nvPicPr>
          <p:cNvPr id="5" name="anim3" descr="el_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525252"/>
            <a:ext cx="7162620" cy="23118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161326"/>
            <a:ext cx="7162620" cy="463538"/>
          </a:xfrm>
          <a:prstGeom prst="rect">
            <a:avLst/>
          </a:prstGeom>
        </p:spPr>
      </p:pic>
      <p:pic>
        <p:nvPicPr>
          <p:cNvPr id="4" name="anim2" descr="el_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358171"/>
            <a:ext cx="7162620" cy="739558"/>
          </a:xfrm>
          <a:prstGeom prst="rect">
            <a:avLst/>
          </a:prstGeom>
        </p:spPr>
      </p:pic>
      <p:pic>
        <p:nvPicPr>
          <p:cNvPr id="5" name="anim3" descr="el_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831036"/>
            <a:ext cx="7162620" cy="507987"/>
          </a:xfrm>
          <a:prstGeom prst="rect">
            <a:avLst/>
          </a:prstGeom>
        </p:spPr>
      </p:pic>
      <p:pic>
        <p:nvPicPr>
          <p:cNvPr id="6" name="anim4" descr="el_7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021531"/>
            <a:ext cx="7162620" cy="347177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727949"/>
            <a:ext cx="7162620" cy="463538"/>
          </a:xfrm>
          <a:prstGeom prst="rect">
            <a:avLst/>
          </a:prstGeom>
        </p:spPr>
      </p:pic>
      <p:pic>
        <p:nvPicPr>
          <p:cNvPr id="4" name="anim2" descr="el_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924794"/>
            <a:ext cx="7162620" cy="739558"/>
          </a:xfrm>
          <a:prstGeom prst="rect">
            <a:avLst/>
          </a:prstGeom>
        </p:spPr>
      </p:pic>
      <p:pic>
        <p:nvPicPr>
          <p:cNvPr id="5" name="anim3" descr="el_8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397659"/>
            <a:ext cx="7162620" cy="507987"/>
          </a:xfrm>
          <a:prstGeom prst="rect">
            <a:avLst/>
          </a:prstGeom>
        </p:spPr>
      </p:pic>
      <p:pic>
        <p:nvPicPr>
          <p:cNvPr id="6" name="anim4" descr="el_8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588154"/>
            <a:ext cx="7162620" cy="4116185"/>
          </a:xfrm>
          <a:prstGeom prst="rect">
            <a:avLst/>
          </a:prstGeom>
        </p:spPr>
      </p:pic>
      <p:pic>
        <p:nvPicPr>
          <p:cNvPr id="7" name="anim5" descr="el_8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5450346"/>
            <a:ext cx="7162620" cy="4762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377121"/>
            <a:ext cx="7162620" cy="463538"/>
          </a:xfrm>
          <a:prstGeom prst="rect">
            <a:avLst/>
          </a:prstGeom>
        </p:spPr>
      </p:pic>
      <p:pic>
        <p:nvPicPr>
          <p:cNvPr id="4" name="anim2" descr="el_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573966"/>
            <a:ext cx="7162620" cy="739558"/>
          </a:xfrm>
          <a:prstGeom prst="rect">
            <a:avLst/>
          </a:prstGeom>
        </p:spPr>
      </p:pic>
      <p:pic>
        <p:nvPicPr>
          <p:cNvPr id="5" name="anim3" descr="el_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224627"/>
            <a:ext cx="7162620" cy="958826"/>
          </a:xfrm>
          <a:prstGeom prst="rect">
            <a:avLst/>
          </a:prstGeom>
        </p:spPr>
      </p:pic>
      <p:pic>
        <p:nvPicPr>
          <p:cNvPr id="6" name="anim4" descr="el_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865961"/>
            <a:ext cx="7162620" cy="507987"/>
          </a:xfrm>
          <a:prstGeom prst="rect">
            <a:avLst/>
          </a:prstGeom>
        </p:spPr>
      </p:pic>
      <p:pic>
        <p:nvPicPr>
          <p:cNvPr id="7" name="anim5" descr="el_9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3094555"/>
            <a:ext cx="7162620" cy="218295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876" y="432483"/>
            <a:ext cx="6969843" cy="457188"/>
          </a:xfrm>
          <a:prstGeom prst="rect">
            <a:avLst/>
          </a:prstGeom>
        </p:spPr>
      </p:pic>
      <p:pic>
        <p:nvPicPr>
          <p:cNvPr id="4" name="anim2" descr="el_1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876" y="620399"/>
            <a:ext cx="6969843" cy="1101697"/>
          </a:xfrm>
          <a:prstGeom prst="rect">
            <a:avLst/>
          </a:prstGeom>
        </p:spPr>
      </p:pic>
      <p:pic>
        <p:nvPicPr>
          <p:cNvPr id="5" name="anim3" descr="el_1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876" y="1452823"/>
            <a:ext cx="6525454" cy="784800"/>
          </a:xfrm>
          <a:prstGeom prst="rect">
            <a:avLst/>
          </a:prstGeom>
        </p:spPr>
      </p:pic>
      <p:pic>
        <p:nvPicPr>
          <p:cNvPr id="6" name="anim4" descr="el_1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0876" y="2054768"/>
            <a:ext cx="6969843" cy="3663461"/>
          </a:xfrm>
          <a:prstGeom prst="rect">
            <a:avLst/>
          </a:prstGeom>
        </p:spPr>
      </p:pic>
      <p:pic>
        <p:nvPicPr>
          <p:cNvPr id="7" name="anim5" descr="el_10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0876" y="5510670"/>
            <a:ext cx="6969843" cy="71356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719318"/>
            <a:ext cx="7162620" cy="463538"/>
          </a:xfrm>
          <a:prstGeom prst="rect">
            <a:avLst/>
          </a:prstGeom>
        </p:spPr>
      </p:pic>
      <p:pic>
        <p:nvPicPr>
          <p:cNvPr id="4" name="anim2" descr="el_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916163"/>
            <a:ext cx="7162620" cy="739558"/>
          </a:xfrm>
          <a:prstGeom prst="rect">
            <a:avLst/>
          </a:prstGeom>
        </p:spPr>
      </p:pic>
      <p:pic>
        <p:nvPicPr>
          <p:cNvPr id="5" name="anim3" descr="el_1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668421"/>
            <a:ext cx="2548369" cy="2266893"/>
          </a:xfrm>
          <a:prstGeom prst="rect">
            <a:avLst/>
          </a:prstGeom>
        </p:spPr>
      </p:pic>
      <p:pic>
        <p:nvPicPr>
          <p:cNvPr id="6" name="anim4" descr="el_1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613" y="2668421"/>
            <a:ext cx="2548369" cy="2266893"/>
          </a:xfrm>
          <a:prstGeom prst="rect">
            <a:avLst/>
          </a:prstGeom>
        </p:spPr>
      </p:pic>
      <p:sp>
        <p:nvSpPr>
          <p:cNvPr id="7" name="link">
            <a:hlinkClick r:id="rId7"/>
          </p:cNvPr>
          <p:cNvSpPr/>
          <p:nvPr/>
        </p:nvSpPr>
        <p:spPr>
          <a:xfrm>
            <a:off x="5170854" y="4255881"/>
            <a:ext cx="1849887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702948"/>
            <a:ext cx="7162620" cy="463538"/>
          </a:xfrm>
          <a:prstGeom prst="rect">
            <a:avLst/>
          </a:prstGeom>
        </p:spPr>
      </p:pic>
      <p:pic>
        <p:nvPicPr>
          <p:cNvPr id="4" name="anim2" descr="el_1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899793"/>
            <a:ext cx="7162620" cy="1340014"/>
          </a:xfrm>
          <a:prstGeom prst="rect">
            <a:avLst/>
          </a:prstGeom>
        </p:spPr>
      </p:pic>
      <p:pic>
        <p:nvPicPr>
          <p:cNvPr id="5" name="anim3" descr="el_1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062012"/>
            <a:ext cx="4419489" cy="797500"/>
          </a:xfrm>
          <a:prstGeom prst="rect">
            <a:avLst/>
          </a:prstGeom>
        </p:spPr>
      </p:pic>
      <p:pic>
        <p:nvPicPr>
          <p:cNvPr id="6" name="anim4" descr="el_1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694417"/>
            <a:ext cx="7162620" cy="12572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Experience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