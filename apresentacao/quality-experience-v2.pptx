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Receba o grupo sem antecipar o conteúdo. Diga apenas que será uma conversa e que não existem respostas certas ou erradas.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 pergunta em voz alta e dê alguns segundos de silêncio. Peça que cada pessoa escolha as palavras que lhe vêm à cabeça ou escreva outras no campo. Não comente nem corrija; não reforce nenhuma palavra. Se alguém falar em voz alta, registre a palavra no campo.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que o grupo trouxe, sem separar em certo ou errado. Use as perguntas para entender de onde vem cada associação. Perceba quais ideias aparecem (cobrança, ajuda, nota, feedback…): elas serão a ponte para os próximos slides. Termine com a pergunta sobre o dia a dia do monitor e deixe duas ou três respostas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palavras que o grupo trouxe e que se conectem a analisar, orientar, desenvolver ou evoluir. Reconheça as percepções negativas que apareceram em vez de contradizê-las.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o que o grupo imaginou no slide anterior: o que bate, o que é novo. Reforce que a avaliação parte de evidências da interação e dos critérios, não de preferências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palavras como fiscalização ou cobrança apareceram, este é o momento de olhar o contraste com o que buscamos. A nota é um indicador; o desenvolvimento é o objetivo.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um exemplo do dia a dia para cada dimensão (cliente, Closer, operação, negócio)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pessoas e a distribuição atual do time. Abra espaço para dúvidas sobre a quem recorrer.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fluxo da esquerda para a direita e pergunte em que ponto o Closer mais percebe a presença da Qualidade.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três ferramentas em linhas gerais. Os botões Ver detalhes levam ao slide de cada uma e a seta Anterior volta para esta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para que serve a escuta em tempo real. A tela é ilustrativa, com dados fictícios.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 que a gravação é feita na SARA pelos Closers e que a escuta pela Qualidade acontece no DryvePro. Os monitores não usam a SARA.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os dois modelos se complementam: a IA amplia o acompanhamento e a análise humana traz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botão Ver telas do slide anterior abre um Connect de exemplo clicável. Se quiser, mostre as abas e a busca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os quatro blocos e seus pesos. Os critérios completos estão nos próximos slides e podem ser consultados conforme as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Não é preciso ler todos os critérios; pergunte quais geram mais dúvidas.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Sondagem é o critério de maior peso do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Chame atenção para argumentação e contorno de objeções.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consulta. Lembre que a experiência do cliente não termina quando ele aceita a oferta.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os critérios críticos têm atenção especial mesmo sem somar pontos na estrutura apresentada.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os dois exemplos de feedback e pergunte ao grupo o que torna o segundo mais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o ciclo e conecte com a ideia de que o feedback vira uma ação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que qualquer monitor pode ser acionado no Teams, no WhatsApp ou pessoalmente.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pergunta final e deixe o grupo responder. Use as respostas como ponto de partida para conversas de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acolhedor. Apresente o time uma última vez, se fizer sentido.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Relationship Id="rId9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hyperlink" Target="https://projectlocus.pages.dev/" TargetMode="External"/><Relationship Id="rId9" Type="http://schemas.openxmlformats.org/officeDocument/2006/relationships/hyperlink" Target="https://app.dryve.pro/dashboard/opportunities?keyword=&amp;page=0" TargetMode="External"/><Relationship Id="rId10" Type="http://schemas.openxmlformats.org/officeDocument/2006/relationships/notesSlide" Target="../notesSlides/notes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hyperlink" Target="https://projectlocus.pages.dev/" TargetMode="External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hyperlink" Target="https://app.dryve.pro/dashboard/opportunities?keyword=&amp;page=0" TargetMode="External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hyperlink" Target="https://app.dryve.pro/dashboard/call-monitoring" TargetMode="External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8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notesSlide" Target="../notesSlides/notesSlide15.xml"/><Relationship Id="rId9" Type="http://schemas.openxmlformats.org/officeDocument/2006/relationships/slide" Target="slide16.xml"/><Relationship Id="rId10" Type="http://schemas.openxmlformats.org/officeDocument/2006/relationships/slide" Target="slide17.xml"/><Relationship Id="rId11" Type="http://schemas.openxmlformats.org/officeDocument/2006/relationships/slide" Target="slide18.xml"/><Relationship Id="rId12" Type="http://schemas.openxmlformats.org/officeDocument/2006/relationships/slide" Target="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910806"/>
            <a:ext cx="7162620" cy="463538"/>
          </a:xfrm>
          <a:prstGeom prst="rect">
            <a:avLst/>
          </a:prstGeom>
        </p:spPr>
      </p:pic>
      <p:pic>
        <p:nvPicPr>
          <p:cNvPr id="4" name="anim2" descr="el_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107651"/>
            <a:ext cx="7162620" cy="1443596"/>
          </a:xfrm>
          <a:prstGeom prst="rect">
            <a:avLst/>
          </a:prstGeom>
        </p:spPr>
      </p:pic>
      <p:pic>
        <p:nvPicPr>
          <p:cNvPr id="5" name="anim3" descr="el_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373452"/>
            <a:ext cx="5181470" cy="576545"/>
          </a:xfrm>
          <a:prstGeom prst="rect">
            <a:avLst/>
          </a:prstGeom>
        </p:spPr>
      </p:pic>
      <p:pic>
        <p:nvPicPr>
          <p:cNvPr id="6" name="anim4" descr="el_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59502"/>
            <a:ext cx="7162620" cy="476238"/>
          </a:xfrm>
          <a:prstGeom prst="rect">
            <a:avLst/>
          </a:prstGeom>
        </p:spPr>
      </p:pic>
      <p:pic>
        <p:nvPicPr>
          <p:cNvPr id="7" name="anim5" descr="el_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057945"/>
            <a:ext cx="7162620" cy="685782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9"/>
          </p:cNvPr>
          <p:cNvSpPr/>
          <p:nvPr/>
        </p:nvSpPr>
        <p:spPr>
          <a:xfrm>
            <a:off x="2692332" y="4235740"/>
            <a:ext cx="1725470" cy="3301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2216094"/>
            <a:ext cx="7162620" cy="463538"/>
          </a:xfrm>
          <a:prstGeom prst="rect">
            <a:avLst/>
          </a:prstGeom>
        </p:spPr>
      </p:pic>
      <p:pic>
        <p:nvPicPr>
          <p:cNvPr id="4" name="anim2" descr="el_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2412939"/>
            <a:ext cx="6578435" cy="1085822"/>
          </a:xfrm>
          <a:prstGeom prst="rect">
            <a:avLst/>
          </a:prstGeom>
        </p:spPr>
      </p:pic>
      <p:pic>
        <p:nvPicPr>
          <p:cNvPr id="5" name="anim3" descr="el_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359066"/>
            <a:ext cx="7162620" cy="647683"/>
          </a:xfrm>
          <a:prstGeom prst="rect">
            <a:avLst/>
          </a:prstGeom>
        </p:spPr>
      </p:pic>
      <p:pic>
        <p:nvPicPr>
          <p:cNvPr id="6" name="anim4" descr="el_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90855"/>
            <a:ext cx="7162620" cy="64768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609486"/>
            <a:ext cx="7162620" cy="463538"/>
          </a:xfrm>
          <a:prstGeom prst="rect">
            <a:avLst/>
          </a:prstGeom>
        </p:spPr>
      </p:pic>
      <p:pic>
        <p:nvPicPr>
          <p:cNvPr id="4" name="anim2" descr="el_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806331"/>
            <a:ext cx="7162620" cy="739558"/>
          </a:xfrm>
          <a:prstGeom prst="rect">
            <a:avLst/>
          </a:prstGeom>
        </p:spPr>
      </p:pic>
      <p:pic>
        <p:nvPicPr>
          <p:cNvPr id="5" name="anim3" descr="el_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418892"/>
            <a:ext cx="7162620" cy="761980"/>
          </a:xfrm>
          <a:prstGeom prst="rect">
            <a:avLst/>
          </a:prstGeom>
        </p:spPr>
      </p:pic>
      <p:pic>
        <p:nvPicPr>
          <p:cNvPr id="6" name="anim4" descr="el_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964978"/>
            <a:ext cx="7162620" cy="647683"/>
          </a:xfrm>
          <a:prstGeom prst="rect">
            <a:avLst/>
          </a:prstGeom>
        </p:spPr>
      </p:pic>
      <p:pic>
        <p:nvPicPr>
          <p:cNvPr id="7" name="anim5" descr="el_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422167"/>
            <a:ext cx="7162620" cy="905447"/>
          </a:xfrm>
          <a:prstGeom prst="rect">
            <a:avLst/>
          </a:prstGeom>
        </p:spPr>
      </p:pic>
      <p:pic>
        <p:nvPicPr>
          <p:cNvPr id="8" name="anim6" descr="el_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226017"/>
            <a:ext cx="6070448" cy="81912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603731"/>
            <a:ext cx="7162620" cy="463538"/>
          </a:xfrm>
          <a:prstGeom prst="rect">
            <a:avLst/>
          </a:prstGeom>
        </p:spPr>
      </p:pic>
      <p:pic>
        <p:nvPicPr>
          <p:cNvPr id="4" name="anim2" descr="el_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800576"/>
            <a:ext cx="7162620" cy="739558"/>
          </a:xfrm>
          <a:prstGeom prst="rect">
            <a:avLst/>
          </a:prstGeom>
        </p:spPr>
      </p:pic>
      <p:pic>
        <p:nvPicPr>
          <p:cNvPr id="5" name="anim3" descr="el_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73441"/>
            <a:ext cx="6070448" cy="1018455"/>
          </a:xfrm>
          <a:prstGeom prst="rect">
            <a:avLst/>
          </a:prstGeom>
        </p:spPr>
      </p:pic>
      <p:pic>
        <p:nvPicPr>
          <p:cNvPr id="6" name="anim4" descr="el_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114101"/>
            <a:ext cx="7162620" cy="193670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95169"/>
            <a:ext cx="7162620" cy="463538"/>
          </a:xfrm>
          <a:prstGeom prst="rect">
            <a:avLst/>
          </a:prstGeom>
        </p:spPr>
      </p:pic>
      <p:pic>
        <p:nvPicPr>
          <p:cNvPr id="4" name="anim2" descr="el_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92014"/>
            <a:ext cx="7162620" cy="739558"/>
          </a:xfrm>
          <a:prstGeom prst="rect">
            <a:avLst/>
          </a:prstGeom>
        </p:spPr>
      </p:pic>
      <p:pic>
        <p:nvPicPr>
          <p:cNvPr id="5" name="anim3" descr="el_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964879"/>
            <a:ext cx="6197445" cy="797500"/>
          </a:xfrm>
          <a:prstGeom prst="rect">
            <a:avLst/>
          </a:prstGeom>
        </p:spPr>
      </p:pic>
      <p:pic>
        <p:nvPicPr>
          <p:cNvPr id="6" name="anim4" descr="el_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444887"/>
            <a:ext cx="7162620" cy="2647883"/>
          </a:xfrm>
          <a:prstGeom prst="rect">
            <a:avLst/>
          </a:prstGeom>
        </p:spPr>
      </p:pic>
      <p:pic>
        <p:nvPicPr>
          <p:cNvPr id="7" name="anim5" descr="el_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876876"/>
            <a:ext cx="7162620" cy="48258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05378"/>
            <a:ext cx="7162620" cy="463538"/>
          </a:xfrm>
          <a:prstGeom prst="rect">
            <a:avLst/>
          </a:prstGeom>
        </p:spPr>
      </p:pic>
      <p:pic>
        <p:nvPicPr>
          <p:cNvPr id="4" name="anim2" descr="el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02223"/>
            <a:ext cx="7162620" cy="739558"/>
          </a:xfrm>
          <a:prstGeom prst="rect">
            <a:avLst/>
          </a:prstGeom>
        </p:spPr>
      </p:pic>
      <p:pic>
        <p:nvPicPr>
          <p:cNvPr id="5" name="anim3" descr="el_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052883"/>
            <a:ext cx="7162620" cy="2428715"/>
          </a:xfrm>
          <a:prstGeom prst="rect">
            <a:avLst/>
          </a:prstGeom>
        </p:spPr>
      </p:pic>
      <p:pic>
        <p:nvPicPr>
          <p:cNvPr id="6" name="anim4" descr="el_6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16503"/>
            <a:ext cx="7162620" cy="11326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525648"/>
            <a:ext cx="7162620" cy="463538"/>
          </a:xfrm>
          <a:prstGeom prst="rect">
            <a:avLst/>
          </a:prstGeom>
        </p:spPr>
      </p:pic>
      <p:pic>
        <p:nvPicPr>
          <p:cNvPr id="4" name="anim2" descr="el_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22493"/>
            <a:ext cx="7162620" cy="739558"/>
          </a:xfrm>
          <a:prstGeom prst="rect">
            <a:avLst/>
          </a:prstGeom>
        </p:spPr>
      </p:pic>
      <p:pic>
        <p:nvPicPr>
          <p:cNvPr id="5" name="anim3" descr="el_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373153"/>
            <a:ext cx="7162620" cy="2235144"/>
          </a:xfrm>
          <a:prstGeom prst="rect">
            <a:avLst/>
          </a:prstGeom>
        </p:spPr>
      </p:pic>
      <p:pic>
        <p:nvPicPr>
          <p:cNvPr id="6" name="anim4" descr="el_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92403"/>
            <a:ext cx="6070448" cy="7365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392301"/>
            <a:ext cx="7162620" cy="463538"/>
          </a:xfrm>
          <a:prstGeom prst="rect">
            <a:avLst/>
          </a:prstGeom>
        </p:spPr>
      </p:pic>
      <p:pic>
        <p:nvPicPr>
          <p:cNvPr id="4" name="anim2" descr="el_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589146"/>
            <a:ext cx="7162620" cy="739558"/>
          </a:xfrm>
          <a:prstGeom prst="rect">
            <a:avLst/>
          </a:prstGeom>
        </p:spPr>
      </p:pic>
      <p:pic>
        <p:nvPicPr>
          <p:cNvPr id="5" name="anim3" descr="el_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39807"/>
            <a:ext cx="7162620" cy="30225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587658"/>
            <a:ext cx="7162620" cy="463538"/>
          </a:xfrm>
          <a:prstGeom prst="rect">
            <a:avLst/>
          </a:prstGeom>
        </p:spPr>
      </p:pic>
      <p:pic>
        <p:nvPicPr>
          <p:cNvPr id="4" name="anim2" descr="el_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84503"/>
            <a:ext cx="7162620" cy="1123525"/>
          </a:xfrm>
          <a:prstGeom prst="rect">
            <a:avLst/>
          </a:prstGeom>
        </p:spPr>
      </p:pic>
      <p:pic>
        <p:nvPicPr>
          <p:cNvPr id="5" name="anim3" descr="el_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920728"/>
            <a:ext cx="7162620" cy="1625559"/>
          </a:xfrm>
          <a:prstGeom prst="rect">
            <a:avLst/>
          </a:prstGeom>
        </p:spPr>
      </p:pic>
      <p:pic>
        <p:nvPicPr>
          <p:cNvPr id="6" name="anim4" descr="el_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330393"/>
            <a:ext cx="6578435" cy="7365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14526"/>
            <a:ext cx="7162620" cy="463538"/>
          </a:xfrm>
          <a:prstGeom prst="rect">
            <a:avLst/>
          </a:prstGeom>
        </p:spPr>
      </p:pic>
      <p:pic>
        <p:nvPicPr>
          <p:cNvPr id="4" name="anim2" descr="el_1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11371"/>
            <a:ext cx="7162620" cy="739558"/>
          </a:xfrm>
          <a:prstGeom prst="rect">
            <a:avLst/>
          </a:prstGeom>
        </p:spPr>
      </p:pic>
      <p:pic>
        <p:nvPicPr>
          <p:cNvPr id="5" name="anim3" descr="el_1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363629"/>
            <a:ext cx="2548369" cy="2876478"/>
          </a:xfrm>
          <a:prstGeom prst="rect">
            <a:avLst/>
          </a:prstGeom>
        </p:spPr>
      </p:pic>
      <p:pic>
        <p:nvPicPr>
          <p:cNvPr id="6" name="anim4" descr="el_1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1613" y="2363629"/>
            <a:ext cx="2548369" cy="2876478"/>
          </a:xfrm>
          <a:prstGeom prst="rect">
            <a:avLst/>
          </a:prstGeom>
        </p:spPr>
      </p:pic>
      <p:pic>
        <p:nvPicPr>
          <p:cNvPr id="7" name="anim5" descr="el_1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688" y="2363629"/>
            <a:ext cx="2548469" cy="2876478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11"/>
          </p:cNvPr>
          <p:cNvSpPr/>
          <p:nvPr/>
        </p:nvSpPr>
        <p:spPr>
          <a:xfrm>
            <a:off x="2863778" y="4255881"/>
            <a:ext cx="1849887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k">
            <a:hlinkClick r:id="rId8"/>
          </p:cNvPr>
          <p:cNvSpPr/>
          <p:nvPr/>
        </p:nvSpPr>
        <p:spPr>
          <a:xfrm>
            <a:off x="2863778" y="4579723"/>
            <a:ext cx="1849887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r_para_slide">
            <a:hlinkClick action="ppaction://hlinksldjump" r:id="rId12"/>
          </p:cNvPr>
          <p:cNvSpPr/>
          <p:nvPr/>
        </p:nvSpPr>
        <p:spPr>
          <a:xfrm>
            <a:off x="5170854" y="4255881"/>
            <a:ext cx="1849887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9"/>
          </p:cNvPr>
          <p:cNvSpPr/>
          <p:nvPr/>
        </p:nvSpPr>
        <p:spPr>
          <a:xfrm>
            <a:off x="5170854" y="4579723"/>
            <a:ext cx="1849887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r_para_slide">
            <a:hlinkClick action="ppaction://hlinksldjump" r:id="rId13"/>
          </p:cNvPr>
          <p:cNvSpPr/>
          <p:nvPr/>
        </p:nvSpPr>
        <p:spPr>
          <a:xfrm>
            <a:off x="7477930" y="4255881"/>
            <a:ext cx="1849986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r_para_slide">
            <a:hlinkClick action="ppaction://hlinksldjump" r:id="rId13"/>
          </p:cNvPr>
          <p:cNvSpPr/>
          <p:nvPr/>
        </p:nvSpPr>
        <p:spPr>
          <a:xfrm>
            <a:off x="7477930" y="4579723"/>
            <a:ext cx="1849986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39231"/>
            <a:ext cx="3527336" cy="463538"/>
          </a:xfrm>
          <a:prstGeom prst="rect">
            <a:avLst/>
          </a:prstGeom>
        </p:spPr>
      </p:pic>
      <p:pic>
        <p:nvPicPr>
          <p:cNvPr id="5" name="anim3" descr="el_1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636076"/>
            <a:ext cx="3527336" cy="1123525"/>
          </a:xfrm>
          <a:prstGeom prst="rect">
            <a:avLst/>
          </a:prstGeom>
        </p:spPr>
      </p:pic>
      <p:pic>
        <p:nvPicPr>
          <p:cNvPr id="6" name="anim4" descr="el_1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492907"/>
            <a:ext cx="3527336" cy="1239409"/>
          </a:xfrm>
          <a:prstGeom prst="rect">
            <a:avLst/>
          </a:prstGeom>
        </p:spPr>
      </p:pic>
      <p:pic>
        <p:nvPicPr>
          <p:cNvPr id="7" name="anim5" descr="el_1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503723"/>
            <a:ext cx="3527336" cy="1210041"/>
          </a:xfrm>
          <a:prstGeom prst="rect">
            <a:avLst/>
          </a:prstGeom>
        </p:spPr>
      </p:pic>
      <p:pic>
        <p:nvPicPr>
          <p:cNvPr id="8" name="anim6" descr="el_11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535969"/>
            <a:ext cx="3527336" cy="679433"/>
          </a:xfrm>
          <a:prstGeom prst="rect">
            <a:avLst/>
          </a:prstGeom>
        </p:spPr>
      </p:pic>
      <p:pic>
        <p:nvPicPr>
          <p:cNvPr id="9" name="anim7" descr="el_11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1075" y="1628734"/>
            <a:ext cx="3686082" cy="3397165"/>
          </a:xfrm>
          <a:prstGeom prst="rect">
            <a:avLst/>
          </a:prstGeom>
        </p:spPr>
      </p:pic>
      <p:sp>
        <p:nvSpPr>
          <p:cNvPr id="10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10"/>
          </p:cNvPr>
          <p:cNvSpPr/>
          <p:nvPr/>
        </p:nvSpPr>
        <p:spPr>
          <a:xfrm>
            <a:off x="2692332" y="4713764"/>
            <a:ext cx="1528823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069749"/>
            <a:ext cx="7162620" cy="463538"/>
          </a:xfrm>
          <a:prstGeom prst="rect">
            <a:avLst/>
          </a:prstGeom>
        </p:spPr>
      </p:pic>
      <p:pic>
        <p:nvPicPr>
          <p:cNvPr id="5" name="anim3" descr="el_1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266594"/>
            <a:ext cx="7162620" cy="739558"/>
          </a:xfrm>
          <a:prstGeom prst="rect">
            <a:avLst/>
          </a:prstGeom>
        </p:spPr>
      </p:pic>
      <p:pic>
        <p:nvPicPr>
          <p:cNvPr id="6" name="anim4" descr="el_1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739459"/>
            <a:ext cx="6451438" cy="797500"/>
          </a:xfrm>
          <a:prstGeom prst="rect">
            <a:avLst/>
          </a:prstGeom>
        </p:spPr>
      </p:pic>
      <p:pic>
        <p:nvPicPr>
          <p:cNvPr id="7" name="anim5" descr="el_12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2359164"/>
            <a:ext cx="7162620" cy="1358866"/>
          </a:xfrm>
          <a:prstGeom prst="rect">
            <a:avLst/>
          </a:prstGeom>
        </p:spPr>
      </p:pic>
      <p:pic>
        <p:nvPicPr>
          <p:cNvPr id="8" name="anim6" descr="el_12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3540234"/>
            <a:ext cx="7162620" cy="1543011"/>
          </a:xfrm>
          <a:prstGeom prst="rect">
            <a:avLst/>
          </a:prstGeom>
        </p:spPr>
      </p:pic>
      <p:pic>
        <p:nvPicPr>
          <p:cNvPr id="9" name="anim7" descr="el_12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4537" y="4905450"/>
            <a:ext cx="7162620" cy="679433"/>
          </a:xfrm>
          <a:prstGeom prst="rect">
            <a:avLst/>
          </a:prstGeom>
        </p:spPr>
      </p:pic>
      <p:sp>
        <p:nvSpPr>
          <p:cNvPr id="10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">
            <a:hlinkClick r:id="rId10"/>
          </p:cNvPr>
          <p:cNvSpPr/>
          <p:nvPr/>
        </p:nvSpPr>
        <p:spPr>
          <a:xfrm>
            <a:off x="2692332" y="5083246"/>
            <a:ext cx="2403018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173827"/>
            <a:ext cx="7162620" cy="463538"/>
          </a:xfrm>
          <a:prstGeom prst="rect">
            <a:avLst/>
          </a:prstGeom>
        </p:spPr>
      </p:pic>
      <p:pic>
        <p:nvPicPr>
          <p:cNvPr id="4" name="anim2" descr="el_1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370672"/>
            <a:ext cx="7162620" cy="739558"/>
          </a:xfrm>
          <a:prstGeom prst="rect">
            <a:avLst/>
          </a:prstGeom>
        </p:spPr>
      </p:pic>
      <p:pic>
        <p:nvPicPr>
          <p:cNvPr id="5" name="anim3" descr="el_1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43537"/>
            <a:ext cx="6451438" cy="797500"/>
          </a:xfrm>
          <a:prstGeom prst="rect">
            <a:avLst/>
          </a:prstGeom>
        </p:spPr>
      </p:pic>
      <p:pic>
        <p:nvPicPr>
          <p:cNvPr id="6" name="anim4" descr="el_1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463242"/>
            <a:ext cx="7162620" cy="2020539"/>
          </a:xfrm>
          <a:prstGeom prst="rect">
            <a:avLst/>
          </a:prstGeom>
        </p:spPr>
      </p:pic>
      <p:pic>
        <p:nvPicPr>
          <p:cNvPr id="7" name="anim5" descr="el_1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255187"/>
            <a:ext cx="7162620" cy="723881"/>
          </a:xfrm>
          <a:prstGeom prst="rect">
            <a:avLst/>
          </a:prstGeom>
        </p:spPr>
      </p:pic>
      <p:pic>
        <p:nvPicPr>
          <p:cNvPr id="8" name="anim6" descr="el_1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537" y="4801273"/>
            <a:ext cx="7162620" cy="679433"/>
          </a:xfrm>
          <a:prstGeom prst="rect">
            <a:avLst/>
          </a:prstGeom>
        </p:spPr>
      </p:pic>
      <p:sp>
        <p:nvSpPr>
          <p:cNvPr id="9" name="link">
            <a:hlinkClick r:id="rId9"/>
          </p:cNvPr>
          <p:cNvSpPr/>
          <p:nvPr/>
        </p:nvSpPr>
        <p:spPr>
          <a:xfrm>
            <a:off x="2692332" y="4979069"/>
            <a:ext cx="2053181" cy="32384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351" y="380990"/>
            <a:ext cx="1201806" cy="603234"/>
          </a:xfrm>
          <a:prstGeom prst="rect">
            <a:avLst/>
          </a:prstGeom>
        </p:spPr>
      </p:pic>
      <p:pic>
        <p:nvPicPr>
          <p:cNvPr id="4" name="anim2" descr="el_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797699"/>
            <a:ext cx="7162620" cy="463538"/>
          </a:xfrm>
          <a:prstGeom prst="rect">
            <a:avLst/>
          </a:prstGeom>
        </p:spPr>
      </p:pic>
      <p:pic>
        <p:nvPicPr>
          <p:cNvPr id="5" name="anim3" descr="el_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994544"/>
            <a:ext cx="7162620" cy="1123525"/>
          </a:xfrm>
          <a:prstGeom prst="rect">
            <a:avLst/>
          </a:prstGeom>
        </p:spPr>
      </p:pic>
      <p:pic>
        <p:nvPicPr>
          <p:cNvPr id="6" name="anim4" descr="el_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029171"/>
            <a:ext cx="7162620" cy="1827762"/>
          </a:xfrm>
          <a:prstGeom prst="rect">
            <a:avLst/>
          </a:prstGeom>
        </p:spPr>
      </p:pic>
      <p:sp>
        <p:nvSpPr>
          <p:cNvPr id="7" name="voltar">
            <a:hlinkClick r:id="" action="ppaction://hlinkshowjump?jump=lastslideviewed"/>
          </p:cNvPr>
          <p:cNvSpPr/>
          <p:nvPr/>
        </p:nvSpPr>
        <p:spPr>
          <a:xfrm>
            <a:off x="8653146" y="558786"/>
            <a:ext cx="846215" cy="2476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091378"/>
            <a:ext cx="7162620" cy="463538"/>
          </a:xfrm>
          <a:prstGeom prst="rect">
            <a:avLst/>
          </a:prstGeom>
        </p:spPr>
      </p:pic>
      <p:pic>
        <p:nvPicPr>
          <p:cNvPr id="4" name="anim2" descr="el_1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288224"/>
            <a:ext cx="7162620" cy="739558"/>
          </a:xfrm>
          <a:prstGeom prst="rect">
            <a:avLst/>
          </a:prstGeom>
        </p:spPr>
      </p:pic>
      <p:pic>
        <p:nvPicPr>
          <p:cNvPr id="5" name="anim3" descr="el_1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761088"/>
            <a:ext cx="7162620" cy="1681318"/>
          </a:xfrm>
          <a:prstGeom prst="rect">
            <a:avLst/>
          </a:prstGeom>
        </p:spPr>
      </p:pic>
      <p:pic>
        <p:nvPicPr>
          <p:cNvPr id="6" name="anim4" descr="el_1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251912"/>
            <a:ext cx="7162620" cy="1816054"/>
          </a:xfrm>
          <a:prstGeom prst="rect">
            <a:avLst/>
          </a:prstGeom>
        </p:spPr>
      </p:pic>
      <p:pic>
        <p:nvPicPr>
          <p:cNvPr id="7" name="anim5" descr="el_1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890171"/>
            <a:ext cx="7162620" cy="673083"/>
          </a:xfrm>
          <a:prstGeom prst="rect">
            <a:avLst/>
          </a:prstGeom>
        </p:spPr>
      </p:pic>
      <p:sp>
        <p:nvSpPr>
          <p:cNvPr id="8" name="ir_para_slide">
            <a:hlinkClick action="ppaction://hlinksldjump" r:id="rId9"/>
          </p:cNvPr>
          <p:cNvSpPr/>
          <p:nvPr/>
        </p:nvSpPr>
        <p:spPr>
          <a:xfrm>
            <a:off x="2692332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r_para_slide">
            <a:hlinkClick action="ppaction://hlinksldjump" r:id="rId10"/>
          </p:cNvPr>
          <p:cNvSpPr/>
          <p:nvPr/>
        </p:nvSpPr>
        <p:spPr>
          <a:xfrm>
            <a:off x="4419489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r_para_slide">
            <a:hlinkClick action="ppaction://hlinksldjump" r:id="rId11"/>
          </p:cNvPr>
          <p:cNvSpPr/>
          <p:nvPr/>
        </p:nvSpPr>
        <p:spPr>
          <a:xfrm>
            <a:off x="6146646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r_para_slide">
            <a:hlinkClick action="ppaction://hlinksldjump" r:id="rId12"/>
          </p:cNvPr>
          <p:cNvSpPr/>
          <p:nvPr/>
        </p:nvSpPr>
        <p:spPr>
          <a:xfrm>
            <a:off x="7873803" y="3429708"/>
            <a:ext cx="1625559" cy="14604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17731"/>
            <a:ext cx="7162620" cy="463538"/>
          </a:xfrm>
          <a:prstGeom prst="rect">
            <a:avLst/>
          </a:prstGeom>
        </p:spPr>
      </p:pic>
      <p:pic>
        <p:nvPicPr>
          <p:cNvPr id="4" name="anim2" descr="el_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14576"/>
            <a:ext cx="7162620" cy="739558"/>
          </a:xfrm>
          <a:prstGeom prst="rect">
            <a:avLst/>
          </a:prstGeom>
        </p:spPr>
      </p:pic>
      <p:pic>
        <p:nvPicPr>
          <p:cNvPr id="5" name="anim3" descr="el_1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425540"/>
            <a:ext cx="7162620" cy="25113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827166"/>
            <a:ext cx="7162620" cy="463538"/>
          </a:xfrm>
          <a:prstGeom prst="rect">
            <a:avLst/>
          </a:prstGeom>
        </p:spPr>
      </p:pic>
      <p:pic>
        <p:nvPicPr>
          <p:cNvPr id="4" name="anim2" descr="el_1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024011"/>
            <a:ext cx="7162620" cy="739558"/>
          </a:xfrm>
          <a:prstGeom prst="rect">
            <a:avLst/>
          </a:prstGeom>
        </p:spPr>
      </p:pic>
      <p:pic>
        <p:nvPicPr>
          <p:cNvPr id="5" name="anim3" descr="el_1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496875"/>
            <a:ext cx="7162620" cy="507987"/>
          </a:xfrm>
          <a:prstGeom prst="rect">
            <a:avLst/>
          </a:prstGeom>
        </p:spPr>
      </p:pic>
      <p:pic>
        <p:nvPicPr>
          <p:cNvPr id="6" name="anim4" descr="el_17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687371"/>
            <a:ext cx="7162620" cy="414009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501736"/>
            <a:ext cx="7162620" cy="463538"/>
          </a:xfrm>
          <a:prstGeom prst="rect">
            <a:avLst/>
          </a:prstGeom>
        </p:spPr>
      </p:pic>
      <p:pic>
        <p:nvPicPr>
          <p:cNvPr id="4" name="anim2" descr="el_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698581"/>
            <a:ext cx="7162620" cy="739558"/>
          </a:xfrm>
          <a:prstGeom prst="rect">
            <a:avLst/>
          </a:prstGeom>
        </p:spPr>
      </p:pic>
      <p:pic>
        <p:nvPicPr>
          <p:cNvPr id="5" name="anim3" descr="el_18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171446"/>
            <a:ext cx="7162620" cy="507987"/>
          </a:xfrm>
          <a:prstGeom prst="rect">
            <a:avLst/>
          </a:prstGeom>
        </p:spPr>
      </p:pic>
      <p:pic>
        <p:nvPicPr>
          <p:cNvPr id="6" name="anim4" descr="el_18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1361941"/>
            <a:ext cx="7162620" cy="4568710"/>
          </a:xfrm>
          <a:prstGeom prst="rect">
            <a:avLst/>
          </a:prstGeom>
        </p:spPr>
      </p:pic>
      <p:pic>
        <p:nvPicPr>
          <p:cNvPr id="7" name="anim5" descr="el_18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676658"/>
            <a:ext cx="7162620" cy="4762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1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212918"/>
            <a:ext cx="7162620" cy="463538"/>
          </a:xfrm>
          <a:prstGeom prst="rect">
            <a:avLst/>
          </a:prstGeom>
        </p:spPr>
      </p:pic>
      <p:pic>
        <p:nvPicPr>
          <p:cNvPr id="4" name="anim2" descr="el_1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409763"/>
            <a:ext cx="7162620" cy="739558"/>
          </a:xfrm>
          <a:prstGeom prst="rect">
            <a:avLst/>
          </a:prstGeom>
        </p:spPr>
      </p:pic>
      <p:pic>
        <p:nvPicPr>
          <p:cNvPr id="5" name="anim3" descr="el_1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060424"/>
            <a:ext cx="7162620" cy="958826"/>
          </a:xfrm>
          <a:prstGeom prst="rect">
            <a:avLst/>
          </a:prstGeom>
        </p:spPr>
      </p:pic>
      <p:pic>
        <p:nvPicPr>
          <p:cNvPr id="6" name="anim4" descr="el_1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701758"/>
            <a:ext cx="7162620" cy="507987"/>
          </a:xfrm>
          <a:prstGeom prst="rect">
            <a:avLst/>
          </a:prstGeom>
        </p:spPr>
      </p:pic>
      <p:pic>
        <p:nvPicPr>
          <p:cNvPr id="7" name="anim5" descr="el_1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2930352"/>
            <a:ext cx="7162620" cy="251136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093" y="413334"/>
            <a:ext cx="6265507" cy="450838"/>
          </a:xfrm>
          <a:prstGeom prst="rect">
            <a:avLst/>
          </a:prstGeom>
        </p:spPr>
      </p:pic>
      <p:pic>
        <p:nvPicPr>
          <p:cNvPr id="4" name="anim2" descr="el_2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3093" y="585673"/>
            <a:ext cx="6265507" cy="1022324"/>
          </a:xfrm>
          <a:prstGeom prst="rect">
            <a:avLst/>
          </a:prstGeom>
        </p:spPr>
      </p:pic>
      <p:pic>
        <p:nvPicPr>
          <p:cNvPr id="5" name="anim3" descr="el_2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093" y="1329498"/>
            <a:ext cx="5868543" cy="739359"/>
          </a:xfrm>
          <a:prstGeom prst="rect">
            <a:avLst/>
          </a:prstGeom>
        </p:spPr>
      </p:pic>
      <p:pic>
        <p:nvPicPr>
          <p:cNvPr id="6" name="anim4" descr="el_2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3093" y="1867547"/>
            <a:ext cx="6265507" cy="3930154"/>
          </a:xfrm>
          <a:prstGeom prst="rect">
            <a:avLst/>
          </a:prstGeom>
        </p:spPr>
      </p:pic>
      <p:pic>
        <p:nvPicPr>
          <p:cNvPr id="7" name="anim5" descr="el_2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3093" y="5574366"/>
            <a:ext cx="6265507" cy="6769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196945"/>
            <a:ext cx="7162620" cy="463538"/>
          </a:xfrm>
          <a:prstGeom prst="rect">
            <a:avLst/>
          </a:prstGeom>
        </p:spPr>
      </p:pic>
      <p:pic>
        <p:nvPicPr>
          <p:cNvPr id="4" name="anim2" descr="el_2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393790"/>
            <a:ext cx="7162620" cy="739558"/>
          </a:xfrm>
          <a:prstGeom prst="rect">
            <a:avLst/>
          </a:prstGeom>
        </p:spPr>
      </p:pic>
      <p:pic>
        <p:nvPicPr>
          <p:cNvPr id="5" name="anim3" descr="el_2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1866654"/>
            <a:ext cx="6451438" cy="1018455"/>
          </a:xfrm>
          <a:prstGeom prst="rect">
            <a:avLst/>
          </a:prstGeom>
        </p:spPr>
      </p:pic>
      <p:pic>
        <p:nvPicPr>
          <p:cNvPr id="6" name="anim4" descr="el_2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2707314"/>
            <a:ext cx="7162620" cy="1337534"/>
          </a:xfrm>
          <a:prstGeom prst="rect">
            <a:avLst/>
          </a:prstGeom>
        </p:spPr>
      </p:pic>
      <p:pic>
        <p:nvPicPr>
          <p:cNvPr id="7" name="anim5" descr="el_2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3816254"/>
            <a:ext cx="7162620" cy="164143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665245"/>
            <a:ext cx="7162620" cy="463538"/>
          </a:xfrm>
          <a:prstGeom prst="rect">
            <a:avLst/>
          </a:prstGeom>
        </p:spPr>
      </p:pic>
      <p:pic>
        <p:nvPicPr>
          <p:cNvPr id="4" name="anim2" descr="el_2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862090"/>
            <a:ext cx="7162620" cy="1123525"/>
          </a:xfrm>
          <a:prstGeom prst="rect">
            <a:avLst/>
          </a:prstGeom>
        </p:spPr>
      </p:pic>
      <p:pic>
        <p:nvPicPr>
          <p:cNvPr id="5" name="anim3" descr="el_2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782421"/>
            <a:ext cx="7162620" cy="1239409"/>
          </a:xfrm>
          <a:prstGeom prst="rect">
            <a:avLst/>
          </a:prstGeom>
        </p:spPr>
      </p:pic>
      <p:pic>
        <p:nvPicPr>
          <p:cNvPr id="6" name="anim4" descr="el_2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856734"/>
            <a:ext cx="7162620" cy="113265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032047"/>
            <a:ext cx="7162620" cy="463538"/>
          </a:xfrm>
          <a:prstGeom prst="rect">
            <a:avLst/>
          </a:prstGeom>
        </p:spPr>
      </p:pic>
      <p:pic>
        <p:nvPicPr>
          <p:cNvPr id="4" name="anim2" descr="el_2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228892"/>
            <a:ext cx="7162620" cy="1123525"/>
          </a:xfrm>
          <a:prstGeom prst="rect">
            <a:avLst/>
          </a:prstGeom>
        </p:spPr>
      </p:pic>
      <p:pic>
        <p:nvPicPr>
          <p:cNvPr id="5" name="anim3" descr="el_2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263519"/>
            <a:ext cx="7162620" cy="2914577"/>
          </a:xfrm>
          <a:prstGeom prst="rect">
            <a:avLst/>
          </a:prstGeom>
        </p:spPr>
      </p:pic>
      <p:pic>
        <p:nvPicPr>
          <p:cNvPr id="6" name="anim4" descr="el_2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4936803"/>
            <a:ext cx="7162620" cy="463538"/>
          </a:xfrm>
          <a:prstGeom prst="rect">
            <a:avLst/>
          </a:prstGeom>
        </p:spPr>
      </p:pic>
      <p:pic>
        <p:nvPicPr>
          <p:cNvPr id="7" name="anim5" descr="el_2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5159047"/>
            <a:ext cx="7162620" cy="4635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484969"/>
            <a:ext cx="7162620" cy="463538"/>
          </a:xfrm>
          <a:prstGeom prst="rect">
            <a:avLst/>
          </a:prstGeom>
        </p:spPr>
      </p:pic>
      <p:pic>
        <p:nvPicPr>
          <p:cNvPr id="4" name="anim2" descr="el_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681814"/>
            <a:ext cx="7162620" cy="1288224"/>
          </a:xfrm>
          <a:prstGeom prst="rect">
            <a:avLst/>
          </a:prstGeom>
        </p:spPr>
      </p:pic>
      <p:pic>
        <p:nvPicPr>
          <p:cNvPr id="5" name="anim3" descr="el_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2792243"/>
            <a:ext cx="5181470" cy="1018455"/>
          </a:xfrm>
          <a:prstGeom prst="rect">
            <a:avLst/>
          </a:prstGeom>
        </p:spPr>
      </p:pic>
      <p:pic>
        <p:nvPicPr>
          <p:cNvPr id="6" name="anim4" descr="el_2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632902"/>
            <a:ext cx="5562460" cy="946126"/>
          </a:xfrm>
          <a:prstGeom prst="rect">
            <a:avLst/>
          </a:prstGeom>
        </p:spPr>
      </p:pic>
      <p:pic>
        <p:nvPicPr>
          <p:cNvPr id="7" name="anim5" descr="el_2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537" y="4401233"/>
            <a:ext cx="5816454" cy="76833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bg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anim1" descr="el_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37" y="1769621"/>
            <a:ext cx="7162620" cy="463538"/>
          </a:xfrm>
          <a:prstGeom prst="rect">
            <a:avLst/>
          </a:prstGeom>
        </p:spPr>
      </p:pic>
      <p:pic>
        <p:nvPicPr>
          <p:cNvPr id="4" name="anim2" descr="el_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37" y="1966466"/>
            <a:ext cx="7162620" cy="1340014"/>
          </a:xfrm>
          <a:prstGeom prst="rect">
            <a:avLst/>
          </a:prstGeom>
        </p:spPr>
      </p:pic>
      <p:pic>
        <p:nvPicPr>
          <p:cNvPr id="5" name="anim3" descr="el_2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537" y="3128685"/>
            <a:ext cx="4419489" cy="797500"/>
          </a:xfrm>
          <a:prstGeom prst="rect">
            <a:avLst/>
          </a:prstGeom>
        </p:spPr>
      </p:pic>
      <p:pic>
        <p:nvPicPr>
          <p:cNvPr id="6" name="anim4" descr="el_2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537" y="3761090"/>
            <a:ext cx="7162620" cy="112392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Experience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