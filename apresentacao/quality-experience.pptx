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hyperlink" Target="https://projectlocus.pages.dev/" TargetMode="External"/><Relationship Id="rId9" Type="http://schemas.openxmlformats.org/officeDocument/2006/relationships/hyperlink" Target="https://app.dryve.pro/dashboard/opportunities?keyword=&amp;page=0" TargetMode="External"/><Relationship Id="rId10" Type="http://schemas.openxmlformats.org/officeDocument/2006/relationships/slide" Target="slide10.xml"/><Relationship Id="rId11" Type="http://schemas.openxmlformats.org/officeDocument/2006/relationships/slide" Target="slide12.xml"/><Relationship Id="rId12" Type="http://schemas.openxmlformats.org/officeDocument/2006/relationships/slide" Target="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hyperlink" Target="https://projectlocus.pages.dev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hyperlink" Target="https://app.dryve.pro/dashboard/opportunities?keyword=&amp;page=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hyperlink" Target="https://app.dryve.pro/dashboard/call-monitor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4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800378"/>
            <a:ext cx="7162620" cy="463538"/>
          </a:xfrm>
          <a:prstGeom prst="rect">
            <a:avLst/>
          </a:prstGeom>
        </p:spPr>
      </p:pic>
      <p:pic>
        <p:nvPicPr>
          <p:cNvPr id="4" name="anim2" descr="el_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997223"/>
            <a:ext cx="7162620" cy="1443596"/>
          </a:xfrm>
          <a:prstGeom prst="rect">
            <a:avLst/>
          </a:prstGeom>
        </p:spPr>
      </p:pic>
      <p:pic>
        <p:nvPicPr>
          <p:cNvPr id="5" name="anim3" descr="el_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263024"/>
            <a:ext cx="4419489" cy="797500"/>
          </a:xfrm>
          <a:prstGeom prst="rect">
            <a:avLst/>
          </a:prstGeom>
        </p:spPr>
      </p:pic>
      <p:pic>
        <p:nvPicPr>
          <p:cNvPr id="6" name="anim4" descr="el_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870029"/>
            <a:ext cx="7162620" cy="476238"/>
          </a:xfrm>
          <a:prstGeom prst="rect">
            <a:avLst/>
          </a:prstGeom>
        </p:spPr>
      </p:pic>
      <p:pic>
        <p:nvPicPr>
          <p:cNvPr id="7" name="anim5" descr="el_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168472"/>
            <a:ext cx="7162620" cy="685782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8"/>
          </p:cNvPr>
          <p:cNvSpPr/>
          <p:nvPr/>
        </p:nvSpPr>
        <p:spPr>
          <a:xfrm>
            <a:off x="2692332" y="4346267"/>
            <a:ext cx="1725470" cy="3301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908127"/>
            <a:ext cx="7162620" cy="463538"/>
          </a:xfrm>
          <a:prstGeom prst="rect">
            <a:avLst/>
          </a:prstGeom>
        </p:spPr>
      </p:pic>
      <p:pic>
        <p:nvPicPr>
          <p:cNvPr id="4" name="anim2" descr="el_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2104972"/>
            <a:ext cx="6578435" cy="1085822"/>
          </a:xfrm>
          <a:prstGeom prst="rect">
            <a:avLst/>
          </a:prstGeom>
        </p:spPr>
      </p:pic>
      <p:pic>
        <p:nvPicPr>
          <p:cNvPr id="5" name="anim3" descr="el_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051098"/>
            <a:ext cx="7162620" cy="647683"/>
          </a:xfrm>
          <a:prstGeom prst="rect">
            <a:avLst/>
          </a:prstGeom>
        </p:spPr>
      </p:pic>
      <p:pic>
        <p:nvPicPr>
          <p:cNvPr id="6" name="anim4" descr="el_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597185"/>
            <a:ext cx="6070448" cy="819129"/>
          </a:xfrm>
          <a:prstGeom prst="rect">
            <a:avLst/>
          </a:prstGeom>
        </p:spPr>
      </p:pic>
      <p:pic>
        <p:nvPicPr>
          <p:cNvPr id="7" name="anim5" descr="el_2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238519"/>
            <a:ext cx="7162620" cy="50798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35440"/>
            <a:ext cx="7162620" cy="463538"/>
          </a:xfrm>
          <a:prstGeom prst="rect">
            <a:avLst/>
          </a:prstGeom>
        </p:spPr>
      </p:pic>
      <p:pic>
        <p:nvPicPr>
          <p:cNvPr id="4" name="anim2" descr="el_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32286"/>
            <a:ext cx="7162620" cy="739558"/>
          </a:xfrm>
          <a:prstGeom prst="rect">
            <a:avLst/>
          </a:prstGeom>
        </p:spPr>
      </p:pic>
      <p:pic>
        <p:nvPicPr>
          <p:cNvPr id="5" name="anim3" descr="el_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905150"/>
            <a:ext cx="6070448" cy="1018455"/>
          </a:xfrm>
          <a:prstGeom prst="rect">
            <a:avLst/>
          </a:prstGeom>
        </p:spPr>
      </p:pic>
      <p:pic>
        <p:nvPicPr>
          <p:cNvPr id="6" name="anim4" descr="el_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745810"/>
            <a:ext cx="7162620" cy="1936701"/>
          </a:xfrm>
          <a:prstGeom prst="rect">
            <a:avLst/>
          </a:prstGeom>
        </p:spPr>
      </p:pic>
      <p:pic>
        <p:nvPicPr>
          <p:cNvPr id="7" name="anim5" descr="el_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517415"/>
            <a:ext cx="7162620" cy="90167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441215"/>
            <a:ext cx="7162620" cy="463538"/>
          </a:xfrm>
          <a:prstGeom prst="rect">
            <a:avLst/>
          </a:prstGeom>
        </p:spPr>
      </p:pic>
      <p:pic>
        <p:nvPicPr>
          <p:cNvPr id="4" name="anim2" descr="el_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638060"/>
            <a:ext cx="7162620" cy="739558"/>
          </a:xfrm>
          <a:prstGeom prst="rect">
            <a:avLst/>
          </a:prstGeom>
        </p:spPr>
      </p:pic>
      <p:pic>
        <p:nvPicPr>
          <p:cNvPr id="5" name="anim3" descr="el_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110925"/>
            <a:ext cx="6197445" cy="797500"/>
          </a:xfrm>
          <a:prstGeom prst="rect">
            <a:avLst/>
          </a:prstGeom>
        </p:spPr>
      </p:pic>
      <p:pic>
        <p:nvPicPr>
          <p:cNvPr id="6" name="anim4" descr="el_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590933"/>
            <a:ext cx="7162620" cy="262248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040282"/>
            <a:ext cx="7162620" cy="463538"/>
          </a:xfrm>
          <a:prstGeom prst="rect">
            <a:avLst/>
          </a:prstGeom>
        </p:spPr>
      </p:pic>
      <p:pic>
        <p:nvPicPr>
          <p:cNvPr id="4" name="anim2" descr="el_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237127"/>
            <a:ext cx="7162620" cy="739558"/>
          </a:xfrm>
          <a:prstGeom prst="rect">
            <a:avLst/>
          </a:prstGeom>
        </p:spPr>
      </p:pic>
      <p:pic>
        <p:nvPicPr>
          <p:cNvPr id="5" name="anim3" descr="el_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887787"/>
            <a:ext cx="7162620" cy="2428715"/>
          </a:xfrm>
          <a:prstGeom prst="rect">
            <a:avLst/>
          </a:prstGeom>
        </p:spPr>
      </p:pic>
      <p:pic>
        <p:nvPicPr>
          <p:cNvPr id="6" name="anim4" descr="el_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151407"/>
            <a:ext cx="7162620" cy="1132652"/>
          </a:xfrm>
          <a:prstGeom prst="rect">
            <a:avLst/>
          </a:prstGeom>
        </p:spPr>
      </p:pic>
      <p:pic>
        <p:nvPicPr>
          <p:cNvPr id="7" name="anim5" descr="el_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5106264"/>
            <a:ext cx="7162620" cy="50798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525648"/>
            <a:ext cx="7162620" cy="463538"/>
          </a:xfrm>
          <a:prstGeom prst="rect">
            <a:avLst/>
          </a:prstGeom>
        </p:spPr>
      </p:pic>
      <p:pic>
        <p:nvPicPr>
          <p:cNvPr id="4" name="anim2" descr="el_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722493"/>
            <a:ext cx="7162620" cy="739558"/>
          </a:xfrm>
          <a:prstGeom prst="rect">
            <a:avLst/>
          </a:prstGeom>
        </p:spPr>
      </p:pic>
      <p:pic>
        <p:nvPicPr>
          <p:cNvPr id="5" name="anim3" descr="el_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373153"/>
            <a:ext cx="7162620" cy="2235144"/>
          </a:xfrm>
          <a:prstGeom prst="rect">
            <a:avLst/>
          </a:prstGeom>
        </p:spPr>
      </p:pic>
      <p:pic>
        <p:nvPicPr>
          <p:cNvPr id="6" name="anim4" descr="el_6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392403"/>
            <a:ext cx="6070448" cy="7365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392301"/>
            <a:ext cx="7162620" cy="463538"/>
          </a:xfrm>
          <a:prstGeom prst="rect">
            <a:avLst/>
          </a:prstGeom>
        </p:spPr>
      </p:pic>
      <p:pic>
        <p:nvPicPr>
          <p:cNvPr id="4" name="anim2" descr="el_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589146"/>
            <a:ext cx="7162620" cy="739558"/>
          </a:xfrm>
          <a:prstGeom prst="rect">
            <a:avLst/>
          </a:prstGeom>
        </p:spPr>
      </p:pic>
      <p:pic>
        <p:nvPicPr>
          <p:cNvPr id="5" name="anim3" descr="el_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239807"/>
            <a:ext cx="7162620" cy="302252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587658"/>
            <a:ext cx="7162620" cy="463538"/>
          </a:xfrm>
          <a:prstGeom prst="rect">
            <a:avLst/>
          </a:prstGeom>
        </p:spPr>
      </p:pic>
      <p:pic>
        <p:nvPicPr>
          <p:cNvPr id="4" name="anim2" descr="el_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784503"/>
            <a:ext cx="7162620" cy="1123525"/>
          </a:xfrm>
          <a:prstGeom prst="rect">
            <a:avLst/>
          </a:prstGeom>
        </p:spPr>
      </p:pic>
      <p:pic>
        <p:nvPicPr>
          <p:cNvPr id="5" name="anim3" descr="el_8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920728"/>
            <a:ext cx="7162620" cy="1625559"/>
          </a:xfrm>
          <a:prstGeom prst="rect">
            <a:avLst/>
          </a:prstGeom>
        </p:spPr>
      </p:pic>
      <p:pic>
        <p:nvPicPr>
          <p:cNvPr id="6" name="anim4" descr="el_8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330393"/>
            <a:ext cx="6578435" cy="7365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414526"/>
            <a:ext cx="7162620" cy="463538"/>
          </a:xfrm>
          <a:prstGeom prst="rect">
            <a:avLst/>
          </a:prstGeom>
        </p:spPr>
      </p:pic>
      <p:pic>
        <p:nvPicPr>
          <p:cNvPr id="4" name="anim2" descr="el_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611371"/>
            <a:ext cx="7162620" cy="739558"/>
          </a:xfrm>
          <a:prstGeom prst="rect">
            <a:avLst/>
          </a:prstGeom>
        </p:spPr>
      </p:pic>
      <p:pic>
        <p:nvPicPr>
          <p:cNvPr id="5" name="anim3" descr="el_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363629"/>
            <a:ext cx="2548369" cy="2876478"/>
          </a:xfrm>
          <a:prstGeom prst="rect">
            <a:avLst/>
          </a:prstGeom>
        </p:spPr>
      </p:pic>
      <p:pic>
        <p:nvPicPr>
          <p:cNvPr id="6" name="anim4" descr="el_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613" y="2363629"/>
            <a:ext cx="2548369" cy="2876478"/>
          </a:xfrm>
          <a:prstGeom prst="rect">
            <a:avLst/>
          </a:prstGeom>
        </p:spPr>
      </p:pic>
      <p:pic>
        <p:nvPicPr>
          <p:cNvPr id="7" name="anim5" descr="el_9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688" y="2363629"/>
            <a:ext cx="2548469" cy="2876478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10"/>
          </p:cNvPr>
          <p:cNvSpPr/>
          <p:nvPr/>
        </p:nvSpPr>
        <p:spPr>
          <a:xfrm>
            <a:off x="2863778" y="4255881"/>
            <a:ext cx="1849887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k">
            <a:hlinkClick r:id="rId8"/>
          </p:cNvPr>
          <p:cNvSpPr/>
          <p:nvPr/>
        </p:nvSpPr>
        <p:spPr>
          <a:xfrm>
            <a:off x="2863778" y="4579723"/>
            <a:ext cx="1849887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r_para_slide">
            <a:hlinkClick action="ppaction://hlinksldjump" r:id="rId11"/>
          </p:cNvPr>
          <p:cNvSpPr/>
          <p:nvPr/>
        </p:nvSpPr>
        <p:spPr>
          <a:xfrm>
            <a:off x="5170854" y="4255881"/>
            <a:ext cx="1849887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">
            <a:hlinkClick r:id="rId9"/>
          </p:cNvPr>
          <p:cNvSpPr/>
          <p:nvPr/>
        </p:nvSpPr>
        <p:spPr>
          <a:xfrm>
            <a:off x="5170854" y="4579723"/>
            <a:ext cx="1849887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r_para_slide">
            <a:hlinkClick action="ppaction://hlinksldjump" r:id="rId12"/>
          </p:cNvPr>
          <p:cNvSpPr/>
          <p:nvPr/>
        </p:nvSpPr>
        <p:spPr>
          <a:xfrm>
            <a:off x="7477930" y="4255881"/>
            <a:ext cx="1849986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r_para_slide">
            <a:hlinkClick action="ppaction://hlinksldjump" r:id="rId12"/>
          </p:cNvPr>
          <p:cNvSpPr/>
          <p:nvPr/>
        </p:nvSpPr>
        <p:spPr>
          <a:xfrm>
            <a:off x="7477930" y="4579723"/>
            <a:ext cx="1849986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51" y="380990"/>
            <a:ext cx="1201806" cy="603234"/>
          </a:xfrm>
          <a:prstGeom prst="rect">
            <a:avLst/>
          </a:prstGeom>
        </p:spPr>
      </p:pic>
      <p:pic>
        <p:nvPicPr>
          <p:cNvPr id="4" name="anim2" descr="el_1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39231"/>
            <a:ext cx="3527336" cy="463538"/>
          </a:xfrm>
          <a:prstGeom prst="rect">
            <a:avLst/>
          </a:prstGeom>
        </p:spPr>
      </p:pic>
      <p:pic>
        <p:nvPicPr>
          <p:cNvPr id="5" name="anim3" descr="el_1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636076"/>
            <a:ext cx="3527336" cy="1123525"/>
          </a:xfrm>
          <a:prstGeom prst="rect">
            <a:avLst/>
          </a:prstGeom>
        </p:spPr>
      </p:pic>
      <p:pic>
        <p:nvPicPr>
          <p:cNvPr id="6" name="anim4" descr="el_1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492907"/>
            <a:ext cx="3527336" cy="1239409"/>
          </a:xfrm>
          <a:prstGeom prst="rect">
            <a:avLst/>
          </a:prstGeom>
        </p:spPr>
      </p:pic>
      <p:pic>
        <p:nvPicPr>
          <p:cNvPr id="7" name="anim5" descr="el_10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3503723"/>
            <a:ext cx="3527336" cy="1210041"/>
          </a:xfrm>
          <a:prstGeom prst="rect">
            <a:avLst/>
          </a:prstGeom>
        </p:spPr>
      </p:pic>
      <p:pic>
        <p:nvPicPr>
          <p:cNvPr id="8" name="anim6" descr="el_10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535969"/>
            <a:ext cx="3527336" cy="679433"/>
          </a:xfrm>
          <a:prstGeom prst="rect">
            <a:avLst/>
          </a:prstGeom>
        </p:spPr>
      </p:pic>
      <p:pic>
        <p:nvPicPr>
          <p:cNvPr id="9" name="anim7" descr="el_10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1075" y="1628734"/>
            <a:ext cx="3686082" cy="3397165"/>
          </a:xfrm>
          <a:prstGeom prst="rect">
            <a:avLst/>
          </a:prstGeom>
        </p:spPr>
      </p:pic>
      <p:sp>
        <p:nvSpPr>
          <p:cNvPr id="10" name="voltar">
            <a:hlinkClick r:id="" action="ppaction://hlinkshowjump?jump=lastslideviewed"/>
          </p:cNvPr>
          <p:cNvSpPr/>
          <p:nvPr/>
        </p:nvSpPr>
        <p:spPr>
          <a:xfrm>
            <a:off x="8653146" y="558786"/>
            <a:ext cx="846215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">
            <a:hlinkClick r:id="rId10"/>
          </p:cNvPr>
          <p:cNvSpPr/>
          <p:nvPr/>
        </p:nvSpPr>
        <p:spPr>
          <a:xfrm>
            <a:off x="2692332" y="4713764"/>
            <a:ext cx="1528823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97054"/>
            <a:ext cx="7162620" cy="463538"/>
          </a:xfrm>
          <a:prstGeom prst="rect">
            <a:avLst/>
          </a:prstGeom>
        </p:spPr>
      </p:pic>
      <p:pic>
        <p:nvPicPr>
          <p:cNvPr id="4" name="anim2" descr="el_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93899"/>
            <a:ext cx="7162620" cy="739558"/>
          </a:xfrm>
          <a:prstGeom prst="rect">
            <a:avLst/>
          </a:prstGeom>
        </p:spPr>
      </p:pic>
      <p:pic>
        <p:nvPicPr>
          <p:cNvPr id="5" name="anim3" descr="el_1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144559"/>
            <a:ext cx="3973710" cy="3213019"/>
          </a:xfrm>
          <a:prstGeom prst="rect">
            <a:avLst/>
          </a:prstGeom>
        </p:spPr>
      </p:pic>
      <p:pic>
        <p:nvPicPr>
          <p:cNvPr id="6" name="anim4" descr="el_1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251" y="2368391"/>
            <a:ext cx="3315807" cy="276535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51" y="380990"/>
            <a:ext cx="1201806" cy="603234"/>
          </a:xfrm>
          <a:prstGeom prst="rect">
            <a:avLst/>
          </a:prstGeom>
        </p:spPr>
      </p:pic>
      <p:pic>
        <p:nvPicPr>
          <p:cNvPr id="4" name="anim2" descr="el_1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069749"/>
            <a:ext cx="7162620" cy="463538"/>
          </a:xfrm>
          <a:prstGeom prst="rect">
            <a:avLst/>
          </a:prstGeom>
        </p:spPr>
      </p:pic>
      <p:pic>
        <p:nvPicPr>
          <p:cNvPr id="5" name="anim3" descr="el_1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266594"/>
            <a:ext cx="7162620" cy="739558"/>
          </a:xfrm>
          <a:prstGeom prst="rect">
            <a:avLst/>
          </a:prstGeom>
        </p:spPr>
      </p:pic>
      <p:pic>
        <p:nvPicPr>
          <p:cNvPr id="6" name="anim4" descr="el_1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739459"/>
            <a:ext cx="6451438" cy="797500"/>
          </a:xfrm>
          <a:prstGeom prst="rect">
            <a:avLst/>
          </a:prstGeom>
        </p:spPr>
      </p:pic>
      <p:pic>
        <p:nvPicPr>
          <p:cNvPr id="7" name="anim5" descr="el_12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2359164"/>
            <a:ext cx="7162620" cy="1358866"/>
          </a:xfrm>
          <a:prstGeom prst="rect">
            <a:avLst/>
          </a:prstGeom>
        </p:spPr>
      </p:pic>
      <p:pic>
        <p:nvPicPr>
          <p:cNvPr id="8" name="anim6" descr="el_12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3540234"/>
            <a:ext cx="7162620" cy="1543011"/>
          </a:xfrm>
          <a:prstGeom prst="rect">
            <a:avLst/>
          </a:prstGeom>
        </p:spPr>
      </p:pic>
      <p:pic>
        <p:nvPicPr>
          <p:cNvPr id="9" name="anim7" descr="el_12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4537" y="4905450"/>
            <a:ext cx="7162620" cy="679433"/>
          </a:xfrm>
          <a:prstGeom prst="rect">
            <a:avLst/>
          </a:prstGeom>
        </p:spPr>
      </p:pic>
      <p:sp>
        <p:nvSpPr>
          <p:cNvPr id="10" name="voltar">
            <a:hlinkClick r:id="" action="ppaction://hlinkshowjump?jump=lastslideviewed"/>
          </p:cNvPr>
          <p:cNvSpPr/>
          <p:nvPr/>
        </p:nvSpPr>
        <p:spPr>
          <a:xfrm>
            <a:off x="8653146" y="558786"/>
            <a:ext cx="846215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">
            <a:hlinkClick r:id="rId10"/>
          </p:cNvPr>
          <p:cNvSpPr/>
          <p:nvPr/>
        </p:nvSpPr>
        <p:spPr>
          <a:xfrm>
            <a:off x="2692332" y="5083246"/>
            <a:ext cx="2403018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173827"/>
            <a:ext cx="7162620" cy="463538"/>
          </a:xfrm>
          <a:prstGeom prst="rect">
            <a:avLst/>
          </a:prstGeom>
        </p:spPr>
      </p:pic>
      <p:pic>
        <p:nvPicPr>
          <p:cNvPr id="4" name="anim2" descr="el_1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370672"/>
            <a:ext cx="7162620" cy="739558"/>
          </a:xfrm>
          <a:prstGeom prst="rect">
            <a:avLst/>
          </a:prstGeom>
        </p:spPr>
      </p:pic>
      <p:pic>
        <p:nvPicPr>
          <p:cNvPr id="5" name="anim3" descr="el_1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843537"/>
            <a:ext cx="6451438" cy="797500"/>
          </a:xfrm>
          <a:prstGeom prst="rect">
            <a:avLst/>
          </a:prstGeom>
        </p:spPr>
      </p:pic>
      <p:pic>
        <p:nvPicPr>
          <p:cNvPr id="6" name="anim4" descr="el_1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463242"/>
            <a:ext cx="7162620" cy="2020539"/>
          </a:xfrm>
          <a:prstGeom prst="rect">
            <a:avLst/>
          </a:prstGeom>
        </p:spPr>
      </p:pic>
      <p:pic>
        <p:nvPicPr>
          <p:cNvPr id="7" name="anim5" descr="el_1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255187"/>
            <a:ext cx="7162620" cy="723881"/>
          </a:xfrm>
          <a:prstGeom prst="rect">
            <a:avLst/>
          </a:prstGeom>
        </p:spPr>
      </p:pic>
      <p:pic>
        <p:nvPicPr>
          <p:cNvPr id="8" name="anim6" descr="el_1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801273"/>
            <a:ext cx="7162620" cy="679433"/>
          </a:xfrm>
          <a:prstGeom prst="rect">
            <a:avLst/>
          </a:prstGeom>
        </p:spPr>
      </p:pic>
      <p:sp>
        <p:nvSpPr>
          <p:cNvPr id="9" name="link">
            <a:hlinkClick r:id="rId9"/>
          </p:cNvPr>
          <p:cNvSpPr/>
          <p:nvPr/>
        </p:nvSpPr>
        <p:spPr>
          <a:xfrm>
            <a:off x="2692332" y="4979069"/>
            <a:ext cx="2053181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51" y="380990"/>
            <a:ext cx="1201806" cy="603234"/>
          </a:xfrm>
          <a:prstGeom prst="rect">
            <a:avLst/>
          </a:prstGeom>
        </p:spPr>
      </p:pic>
      <p:pic>
        <p:nvPicPr>
          <p:cNvPr id="4" name="anim2" descr="el_1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797699"/>
            <a:ext cx="7162620" cy="463538"/>
          </a:xfrm>
          <a:prstGeom prst="rect">
            <a:avLst/>
          </a:prstGeom>
        </p:spPr>
      </p:pic>
      <p:pic>
        <p:nvPicPr>
          <p:cNvPr id="5" name="anim3" descr="el_1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994544"/>
            <a:ext cx="7162620" cy="1123525"/>
          </a:xfrm>
          <a:prstGeom prst="rect">
            <a:avLst/>
          </a:prstGeom>
        </p:spPr>
      </p:pic>
      <p:pic>
        <p:nvPicPr>
          <p:cNvPr id="6" name="anim4" descr="el_1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029171"/>
            <a:ext cx="7162620" cy="1827762"/>
          </a:xfrm>
          <a:prstGeom prst="rect">
            <a:avLst/>
          </a:prstGeom>
        </p:spPr>
      </p:pic>
      <p:sp>
        <p:nvSpPr>
          <p:cNvPr id="7" name="voltar">
            <a:hlinkClick r:id="" action="ppaction://hlinkshowjump?jump=lastslideviewed"/>
          </p:cNvPr>
          <p:cNvSpPr/>
          <p:nvPr/>
        </p:nvSpPr>
        <p:spPr>
          <a:xfrm>
            <a:off x="8653146" y="558786"/>
            <a:ext cx="846215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091378"/>
            <a:ext cx="7162620" cy="463538"/>
          </a:xfrm>
          <a:prstGeom prst="rect">
            <a:avLst/>
          </a:prstGeom>
        </p:spPr>
      </p:pic>
      <p:pic>
        <p:nvPicPr>
          <p:cNvPr id="4" name="anim2" descr="el_1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288224"/>
            <a:ext cx="7162620" cy="739558"/>
          </a:xfrm>
          <a:prstGeom prst="rect">
            <a:avLst/>
          </a:prstGeom>
        </p:spPr>
      </p:pic>
      <p:pic>
        <p:nvPicPr>
          <p:cNvPr id="5" name="anim3" descr="el_1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761088"/>
            <a:ext cx="7162620" cy="1681318"/>
          </a:xfrm>
          <a:prstGeom prst="rect">
            <a:avLst/>
          </a:prstGeom>
        </p:spPr>
      </p:pic>
      <p:pic>
        <p:nvPicPr>
          <p:cNvPr id="6" name="anim4" descr="el_1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251912"/>
            <a:ext cx="7162620" cy="1816054"/>
          </a:xfrm>
          <a:prstGeom prst="rect">
            <a:avLst/>
          </a:prstGeom>
        </p:spPr>
      </p:pic>
      <p:pic>
        <p:nvPicPr>
          <p:cNvPr id="7" name="anim5" descr="el_1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890171"/>
            <a:ext cx="7162620" cy="673083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8"/>
          </p:cNvPr>
          <p:cNvSpPr/>
          <p:nvPr/>
        </p:nvSpPr>
        <p:spPr>
          <a:xfrm>
            <a:off x="2692332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r_para_slide">
            <a:hlinkClick action="ppaction://hlinksldjump" r:id="rId9"/>
          </p:cNvPr>
          <p:cNvSpPr/>
          <p:nvPr/>
        </p:nvSpPr>
        <p:spPr>
          <a:xfrm>
            <a:off x="4419489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r_para_slide">
            <a:hlinkClick action="ppaction://hlinksldjump" r:id="rId10"/>
          </p:cNvPr>
          <p:cNvSpPr/>
          <p:nvPr/>
        </p:nvSpPr>
        <p:spPr>
          <a:xfrm>
            <a:off x="6146646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r_para_slide">
            <a:hlinkClick action="ppaction://hlinksldjump" r:id="rId11"/>
          </p:cNvPr>
          <p:cNvSpPr/>
          <p:nvPr/>
        </p:nvSpPr>
        <p:spPr>
          <a:xfrm>
            <a:off x="7873803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717731"/>
            <a:ext cx="7162620" cy="463538"/>
          </a:xfrm>
          <a:prstGeom prst="rect">
            <a:avLst/>
          </a:prstGeom>
        </p:spPr>
      </p:pic>
      <p:pic>
        <p:nvPicPr>
          <p:cNvPr id="4" name="anim2" descr="el_1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914576"/>
            <a:ext cx="7162620" cy="739558"/>
          </a:xfrm>
          <a:prstGeom prst="rect">
            <a:avLst/>
          </a:prstGeom>
        </p:spPr>
      </p:pic>
      <p:pic>
        <p:nvPicPr>
          <p:cNvPr id="5" name="anim3" descr="el_1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425540"/>
            <a:ext cx="7162620" cy="25113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827166"/>
            <a:ext cx="7162620" cy="463538"/>
          </a:xfrm>
          <a:prstGeom prst="rect">
            <a:avLst/>
          </a:prstGeom>
        </p:spPr>
      </p:pic>
      <p:pic>
        <p:nvPicPr>
          <p:cNvPr id="4" name="anim2" descr="el_1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024011"/>
            <a:ext cx="7162620" cy="739558"/>
          </a:xfrm>
          <a:prstGeom prst="rect">
            <a:avLst/>
          </a:prstGeom>
        </p:spPr>
      </p:pic>
      <p:pic>
        <p:nvPicPr>
          <p:cNvPr id="5" name="anim3" descr="el_1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496875"/>
            <a:ext cx="7162620" cy="507987"/>
          </a:xfrm>
          <a:prstGeom prst="rect">
            <a:avLst/>
          </a:prstGeom>
        </p:spPr>
      </p:pic>
      <p:pic>
        <p:nvPicPr>
          <p:cNvPr id="6" name="anim4" descr="el_17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687371"/>
            <a:ext cx="7162620" cy="414009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501736"/>
            <a:ext cx="7162620" cy="463538"/>
          </a:xfrm>
          <a:prstGeom prst="rect">
            <a:avLst/>
          </a:prstGeom>
        </p:spPr>
      </p:pic>
      <p:pic>
        <p:nvPicPr>
          <p:cNvPr id="4" name="anim2" descr="el_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698581"/>
            <a:ext cx="7162620" cy="739558"/>
          </a:xfrm>
          <a:prstGeom prst="rect">
            <a:avLst/>
          </a:prstGeom>
        </p:spPr>
      </p:pic>
      <p:pic>
        <p:nvPicPr>
          <p:cNvPr id="5" name="anim3" descr="el_18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171446"/>
            <a:ext cx="7162620" cy="507987"/>
          </a:xfrm>
          <a:prstGeom prst="rect">
            <a:avLst/>
          </a:prstGeom>
        </p:spPr>
      </p:pic>
      <p:pic>
        <p:nvPicPr>
          <p:cNvPr id="6" name="anim4" descr="el_18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361941"/>
            <a:ext cx="7162620" cy="4568710"/>
          </a:xfrm>
          <a:prstGeom prst="rect">
            <a:avLst/>
          </a:prstGeom>
        </p:spPr>
      </p:pic>
      <p:pic>
        <p:nvPicPr>
          <p:cNvPr id="7" name="anim5" descr="el_18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5676658"/>
            <a:ext cx="7162620" cy="4762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12918"/>
            <a:ext cx="7162620" cy="463538"/>
          </a:xfrm>
          <a:prstGeom prst="rect">
            <a:avLst/>
          </a:prstGeom>
        </p:spPr>
      </p:pic>
      <p:pic>
        <p:nvPicPr>
          <p:cNvPr id="4" name="anim2" descr="el_1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09763"/>
            <a:ext cx="7162620" cy="739558"/>
          </a:xfrm>
          <a:prstGeom prst="rect">
            <a:avLst/>
          </a:prstGeom>
        </p:spPr>
      </p:pic>
      <p:pic>
        <p:nvPicPr>
          <p:cNvPr id="5" name="anim3" descr="el_1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060424"/>
            <a:ext cx="7162620" cy="958826"/>
          </a:xfrm>
          <a:prstGeom prst="rect">
            <a:avLst/>
          </a:prstGeom>
        </p:spPr>
      </p:pic>
      <p:pic>
        <p:nvPicPr>
          <p:cNvPr id="6" name="anim4" descr="el_1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701758"/>
            <a:ext cx="7162620" cy="507987"/>
          </a:xfrm>
          <a:prstGeom prst="rect">
            <a:avLst/>
          </a:prstGeom>
        </p:spPr>
      </p:pic>
      <p:pic>
        <p:nvPicPr>
          <p:cNvPr id="7" name="anim5" descr="el_19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2930352"/>
            <a:ext cx="7162620" cy="25113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93" y="413334"/>
            <a:ext cx="6265507" cy="450838"/>
          </a:xfrm>
          <a:prstGeom prst="rect">
            <a:avLst/>
          </a:prstGeom>
        </p:spPr>
      </p:pic>
      <p:pic>
        <p:nvPicPr>
          <p:cNvPr id="4" name="anim2" descr="el_2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093" y="585673"/>
            <a:ext cx="6265507" cy="1022324"/>
          </a:xfrm>
          <a:prstGeom prst="rect">
            <a:avLst/>
          </a:prstGeom>
        </p:spPr>
      </p:pic>
      <p:pic>
        <p:nvPicPr>
          <p:cNvPr id="5" name="anim3" descr="el_2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3093" y="1329498"/>
            <a:ext cx="5868543" cy="739359"/>
          </a:xfrm>
          <a:prstGeom prst="rect">
            <a:avLst/>
          </a:prstGeom>
        </p:spPr>
      </p:pic>
      <p:pic>
        <p:nvPicPr>
          <p:cNvPr id="6" name="anim4" descr="el_2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3093" y="1867547"/>
            <a:ext cx="6265507" cy="3930154"/>
          </a:xfrm>
          <a:prstGeom prst="rect">
            <a:avLst/>
          </a:prstGeom>
        </p:spPr>
      </p:pic>
      <p:pic>
        <p:nvPicPr>
          <p:cNvPr id="7" name="anim5" descr="el_20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3093" y="5574366"/>
            <a:ext cx="6265507" cy="6769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196945"/>
            <a:ext cx="7162620" cy="463538"/>
          </a:xfrm>
          <a:prstGeom prst="rect">
            <a:avLst/>
          </a:prstGeom>
        </p:spPr>
      </p:pic>
      <p:pic>
        <p:nvPicPr>
          <p:cNvPr id="4" name="anim2" descr="el_2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393790"/>
            <a:ext cx="7162620" cy="739558"/>
          </a:xfrm>
          <a:prstGeom prst="rect">
            <a:avLst/>
          </a:prstGeom>
        </p:spPr>
      </p:pic>
      <p:pic>
        <p:nvPicPr>
          <p:cNvPr id="5" name="anim3" descr="el_2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866654"/>
            <a:ext cx="6451438" cy="1018455"/>
          </a:xfrm>
          <a:prstGeom prst="rect">
            <a:avLst/>
          </a:prstGeom>
        </p:spPr>
      </p:pic>
      <p:pic>
        <p:nvPicPr>
          <p:cNvPr id="6" name="anim4" descr="el_2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707314"/>
            <a:ext cx="7162620" cy="1337534"/>
          </a:xfrm>
          <a:prstGeom prst="rect">
            <a:avLst/>
          </a:prstGeom>
        </p:spPr>
      </p:pic>
      <p:pic>
        <p:nvPicPr>
          <p:cNvPr id="7" name="anim5" descr="el_2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3816254"/>
            <a:ext cx="7162620" cy="164143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468400"/>
            <a:ext cx="7162620" cy="463538"/>
          </a:xfrm>
          <a:prstGeom prst="rect">
            <a:avLst/>
          </a:prstGeom>
        </p:spPr>
      </p:pic>
      <p:pic>
        <p:nvPicPr>
          <p:cNvPr id="4" name="anim2" descr="el_2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665245"/>
            <a:ext cx="7162620" cy="1123525"/>
          </a:xfrm>
          <a:prstGeom prst="rect">
            <a:avLst/>
          </a:prstGeom>
        </p:spPr>
      </p:pic>
      <p:pic>
        <p:nvPicPr>
          <p:cNvPr id="5" name="anim3" descr="el_2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585575"/>
            <a:ext cx="7162620" cy="1239409"/>
          </a:xfrm>
          <a:prstGeom prst="rect">
            <a:avLst/>
          </a:prstGeom>
        </p:spPr>
      </p:pic>
      <p:pic>
        <p:nvPicPr>
          <p:cNvPr id="6" name="anim4" descr="el_2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609091"/>
            <a:ext cx="6070448" cy="609584"/>
          </a:xfrm>
          <a:prstGeom prst="rect">
            <a:avLst/>
          </a:prstGeom>
        </p:spPr>
      </p:pic>
      <p:pic>
        <p:nvPicPr>
          <p:cNvPr id="7" name="anim5" descr="el_22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053579"/>
            <a:ext cx="7162620" cy="11326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032047"/>
            <a:ext cx="7162620" cy="463538"/>
          </a:xfrm>
          <a:prstGeom prst="rect">
            <a:avLst/>
          </a:prstGeom>
        </p:spPr>
      </p:pic>
      <p:pic>
        <p:nvPicPr>
          <p:cNvPr id="4" name="anim2" descr="el_2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228892"/>
            <a:ext cx="7162620" cy="1123525"/>
          </a:xfrm>
          <a:prstGeom prst="rect">
            <a:avLst/>
          </a:prstGeom>
        </p:spPr>
      </p:pic>
      <p:pic>
        <p:nvPicPr>
          <p:cNvPr id="5" name="anim3" descr="el_2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263519"/>
            <a:ext cx="7162620" cy="2914577"/>
          </a:xfrm>
          <a:prstGeom prst="rect">
            <a:avLst/>
          </a:prstGeom>
        </p:spPr>
      </p:pic>
      <p:pic>
        <p:nvPicPr>
          <p:cNvPr id="6" name="anim4" descr="el_2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936803"/>
            <a:ext cx="7162620" cy="463538"/>
          </a:xfrm>
          <a:prstGeom prst="rect">
            <a:avLst/>
          </a:prstGeom>
        </p:spPr>
      </p:pic>
      <p:pic>
        <p:nvPicPr>
          <p:cNvPr id="7" name="anim5" descr="el_2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5159047"/>
            <a:ext cx="7162620" cy="4635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84949"/>
            <a:ext cx="7162620" cy="463538"/>
          </a:xfrm>
          <a:prstGeom prst="rect">
            <a:avLst/>
          </a:prstGeom>
        </p:spPr>
      </p:pic>
      <p:pic>
        <p:nvPicPr>
          <p:cNvPr id="4" name="anim2" descr="el_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81794"/>
            <a:ext cx="7162620" cy="1288224"/>
          </a:xfrm>
          <a:prstGeom prst="rect">
            <a:avLst/>
          </a:prstGeom>
        </p:spPr>
      </p:pic>
      <p:pic>
        <p:nvPicPr>
          <p:cNvPr id="5" name="anim3" descr="el_2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592223"/>
            <a:ext cx="5181470" cy="1018455"/>
          </a:xfrm>
          <a:prstGeom prst="rect">
            <a:avLst/>
          </a:prstGeom>
        </p:spPr>
      </p:pic>
      <p:pic>
        <p:nvPicPr>
          <p:cNvPr id="6" name="anim4" descr="el_2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432882"/>
            <a:ext cx="5562460" cy="946126"/>
          </a:xfrm>
          <a:prstGeom prst="rect">
            <a:avLst/>
          </a:prstGeom>
        </p:spPr>
      </p:pic>
      <p:pic>
        <p:nvPicPr>
          <p:cNvPr id="7" name="anim5" descr="el_24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201213"/>
            <a:ext cx="5435464" cy="673083"/>
          </a:xfrm>
          <a:prstGeom prst="rect">
            <a:avLst/>
          </a:prstGeom>
        </p:spPr>
      </p:pic>
      <p:pic>
        <p:nvPicPr>
          <p:cNvPr id="8" name="anim6" descr="el_24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696501"/>
            <a:ext cx="7162620" cy="673083"/>
          </a:xfrm>
          <a:prstGeom prst="rect">
            <a:avLst/>
          </a:prstGeom>
        </p:spPr>
      </p:pic>
      <p:sp>
        <p:nvSpPr>
          <p:cNvPr id="9" name="ir_para_slide">
            <a:hlinkClick action="ppaction://hlinksldjump" r:id="rId9"/>
          </p:cNvPr>
          <p:cNvSpPr/>
          <p:nvPr/>
        </p:nvSpPr>
        <p:spPr>
          <a:xfrm>
            <a:off x="2692332" y="4874296"/>
            <a:ext cx="1252307" cy="3174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769621"/>
            <a:ext cx="7162620" cy="463538"/>
          </a:xfrm>
          <a:prstGeom prst="rect">
            <a:avLst/>
          </a:prstGeom>
        </p:spPr>
      </p:pic>
      <p:pic>
        <p:nvPicPr>
          <p:cNvPr id="4" name="anim2" descr="el_2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966466"/>
            <a:ext cx="7162620" cy="1340014"/>
          </a:xfrm>
          <a:prstGeom prst="rect">
            <a:avLst/>
          </a:prstGeom>
        </p:spPr>
      </p:pic>
      <p:pic>
        <p:nvPicPr>
          <p:cNvPr id="5" name="anim3" descr="el_2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128685"/>
            <a:ext cx="4419489" cy="797500"/>
          </a:xfrm>
          <a:prstGeom prst="rect">
            <a:avLst/>
          </a:prstGeom>
        </p:spPr>
      </p:pic>
      <p:pic>
        <p:nvPicPr>
          <p:cNvPr id="6" name="anim4" descr="el_2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761090"/>
            <a:ext cx="7162620" cy="112392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Experience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