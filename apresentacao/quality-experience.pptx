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slide" Target="slide2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6" Type="http://schemas.openxmlformats.org/officeDocument/2006/relationships/image" Target="../media/image11.png"/><Relationship Id="rId7" Type="http://schemas.openxmlformats.org/officeDocument/2006/relationships/image" Target="../media/image1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image" Target="../media/image14.png"/><Relationship Id="rId4" Type="http://schemas.openxmlformats.org/officeDocument/2006/relationships/image" Target="../media/image15.png"/><Relationship Id="rId5" Type="http://schemas.openxmlformats.org/officeDocument/2006/relationships/image" Target="../media/image16.png"/><Relationship Id="rId6" Type="http://schemas.openxmlformats.org/officeDocument/2006/relationships/image" Target="../media/image17.png"/><Relationship Id="rId7" Type="http://schemas.openxmlformats.org/officeDocument/2006/relationships/image" Target="../media/image18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image" Target="../media/image19.png"/><Relationship Id="rId4" Type="http://schemas.openxmlformats.org/officeDocument/2006/relationships/image" Target="../media/image20.png"/><Relationship Id="rId5" Type="http://schemas.openxmlformats.org/officeDocument/2006/relationships/image" Target="../media/image21.png"/><Relationship Id="rId6" Type="http://schemas.openxmlformats.org/officeDocument/2006/relationships/image" Target="../media/image2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image" Target="../media/image23.png"/><Relationship Id="rId4" Type="http://schemas.openxmlformats.org/officeDocument/2006/relationships/image" Target="../media/image24.png"/><Relationship Id="rId5" Type="http://schemas.openxmlformats.org/officeDocument/2006/relationships/image" Target="../media/image25.png"/><Relationship Id="rId6" Type="http://schemas.openxmlformats.org/officeDocument/2006/relationships/image" Target="../media/image26.png"/><Relationship Id="rId7" Type="http://schemas.openxmlformats.org/officeDocument/2006/relationships/image" Target="../media/image27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image" Target="../media/image28.png"/><Relationship Id="rId4" Type="http://schemas.openxmlformats.org/officeDocument/2006/relationships/image" Target="../media/image29.png"/><Relationship Id="rId5" Type="http://schemas.openxmlformats.org/officeDocument/2006/relationships/image" Target="../media/image30.png"/><Relationship Id="rId6" Type="http://schemas.openxmlformats.org/officeDocument/2006/relationships/image" Target="../media/image3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image" Target="../media/image32.png"/><Relationship Id="rId4" Type="http://schemas.openxmlformats.org/officeDocument/2006/relationships/image" Target="../media/image33.png"/><Relationship Id="rId5" Type="http://schemas.openxmlformats.org/officeDocument/2006/relationships/image" Target="../media/image3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image" Target="../media/image35.png"/><Relationship Id="rId4" Type="http://schemas.openxmlformats.org/officeDocument/2006/relationships/image" Target="../media/image36.png"/><Relationship Id="rId5" Type="http://schemas.openxmlformats.org/officeDocument/2006/relationships/image" Target="../media/image37.png"/><Relationship Id="rId6" Type="http://schemas.openxmlformats.org/officeDocument/2006/relationships/image" Target="../media/image3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image" Target="../media/image39.png"/><Relationship Id="rId4" Type="http://schemas.openxmlformats.org/officeDocument/2006/relationships/image" Target="../media/image40.png"/><Relationship Id="rId5" Type="http://schemas.openxmlformats.org/officeDocument/2006/relationships/image" Target="../media/image41.png"/><Relationship Id="rId6" Type="http://schemas.openxmlformats.org/officeDocument/2006/relationships/image" Target="../media/image42.png"/><Relationship Id="rId7" Type="http://schemas.openxmlformats.org/officeDocument/2006/relationships/image" Target="../media/image43.png"/><Relationship Id="rId8" Type="http://schemas.openxmlformats.org/officeDocument/2006/relationships/hyperlink" Target="https://projectlocus.pages.dev/" TargetMode="External"/><Relationship Id="rId9" Type="http://schemas.openxmlformats.org/officeDocument/2006/relationships/hyperlink" Target="https://app.dryve.pro/dashboard/opportunities?keyword=&amp;page=0" TargetMode="External"/><Relationship Id="rId10" Type="http://schemas.openxmlformats.org/officeDocument/2006/relationships/slide" Target="slide10.xml"/><Relationship Id="rId11" Type="http://schemas.openxmlformats.org/officeDocument/2006/relationships/slide" Target="slide12.xml"/><Relationship Id="rId12" Type="http://schemas.openxmlformats.org/officeDocument/2006/relationships/slide" Target="slide14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image" Target="../media/image44.png"/><Relationship Id="rId4" Type="http://schemas.openxmlformats.org/officeDocument/2006/relationships/image" Target="../media/image45.png"/><Relationship Id="rId5" Type="http://schemas.openxmlformats.org/officeDocument/2006/relationships/image" Target="../media/image46.png"/><Relationship Id="rId6" Type="http://schemas.openxmlformats.org/officeDocument/2006/relationships/image" Target="../media/image47.png"/><Relationship Id="rId7" Type="http://schemas.openxmlformats.org/officeDocument/2006/relationships/image" Target="../media/image48.png"/><Relationship Id="rId8" Type="http://schemas.openxmlformats.org/officeDocument/2006/relationships/image" Target="../media/image49.png"/><Relationship Id="rId9" Type="http://schemas.openxmlformats.org/officeDocument/2006/relationships/hyperlink" Target="https://projectlocus.pages.dev/" TargetMode="Externa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image" Target="../media/image50.png"/><Relationship Id="rId4" Type="http://schemas.openxmlformats.org/officeDocument/2006/relationships/image" Target="../media/image51.png"/><Relationship Id="rId5" Type="http://schemas.openxmlformats.org/officeDocument/2006/relationships/image" Target="../media/image52.png"/><Relationship Id="rId6" Type="http://schemas.openxmlformats.org/officeDocument/2006/relationships/image" Target="../media/image5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image" Target="../media/image54.png"/><Relationship Id="rId4" Type="http://schemas.openxmlformats.org/officeDocument/2006/relationships/image" Target="../media/image55.png"/><Relationship Id="rId5" Type="http://schemas.openxmlformats.org/officeDocument/2006/relationships/image" Target="../media/image56.png"/><Relationship Id="rId6" Type="http://schemas.openxmlformats.org/officeDocument/2006/relationships/image" Target="../media/image57.png"/><Relationship Id="rId7" Type="http://schemas.openxmlformats.org/officeDocument/2006/relationships/image" Target="../media/image58.png"/><Relationship Id="rId8" Type="http://schemas.openxmlformats.org/officeDocument/2006/relationships/image" Target="../media/image59.png"/><Relationship Id="rId9" Type="http://schemas.openxmlformats.org/officeDocument/2006/relationships/hyperlink" Target="https://app.dryve.pro/dashboard/opportunities?keyword=&amp;page=0" TargetMode="Externa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image" Target="../media/image60.png"/><Relationship Id="rId4" Type="http://schemas.openxmlformats.org/officeDocument/2006/relationships/image" Target="../media/image61.png"/><Relationship Id="rId5" Type="http://schemas.openxmlformats.org/officeDocument/2006/relationships/image" Target="../media/image62.png"/><Relationship Id="rId6" Type="http://schemas.openxmlformats.org/officeDocument/2006/relationships/image" Target="../media/image63.png"/><Relationship Id="rId7" Type="http://schemas.openxmlformats.org/officeDocument/2006/relationships/image" Target="../media/image64.png"/><Relationship Id="rId8" Type="http://schemas.openxmlformats.org/officeDocument/2006/relationships/image" Target="../media/image65.png"/><Relationship Id="rId9" Type="http://schemas.openxmlformats.org/officeDocument/2006/relationships/hyperlink" Target="https://app.dryve.pro/dashboard/call-monitoring" TargetMode="Externa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image" Target="../media/image66.png"/><Relationship Id="rId4" Type="http://schemas.openxmlformats.org/officeDocument/2006/relationships/image" Target="../media/image67.png"/><Relationship Id="rId5" Type="http://schemas.openxmlformats.org/officeDocument/2006/relationships/image" Target="../media/image68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image" Target="../media/image69.png"/><Relationship Id="rId4" Type="http://schemas.openxmlformats.org/officeDocument/2006/relationships/image" Target="../media/image70.png"/><Relationship Id="rId5" Type="http://schemas.openxmlformats.org/officeDocument/2006/relationships/image" Target="../media/image71.png"/><Relationship Id="rId6" Type="http://schemas.openxmlformats.org/officeDocument/2006/relationships/image" Target="../media/image72.png"/><Relationship Id="rId7" Type="http://schemas.openxmlformats.org/officeDocument/2006/relationships/image" Target="../media/image73.png"/><Relationship Id="rId8" Type="http://schemas.openxmlformats.org/officeDocument/2006/relationships/slide" Target="slide16.xml"/><Relationship Id="rId9" Type="http://schemas.openxmlformats.org/officeDocument/2006/relationships/slide" Target="slide17.xml"/><Relationship Id="rId10" Type="http://schemas.openxmlformats.org/officeDocument/2006/relationships/slide" Target="slide18.xml"/><Relationship Id="rId11" Type="http://schemas.openxmlformats.org/officeDocument/2006/relationships/slide" Target="slide19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image" Target="../media/image74.png"/><Relationship Id="rId4" Type="http://schemas.openxmlformats.org/officeDocument/2006/relationships/image" Target="../media/image75.png"/><Relationship Id="rId5" Type="http://schemas.openxmlformats.org/officeDocument/2006/relationships/image" Target="../media/image7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image" Target="../media/image77.png"/><Relationship Id="rId4" Type="http://schemas.openxmlformats.org/officeDocument/2006/relationships/image" Target="../media/image78.png"/><Relationship Id="rId5" Type="http://schemas.openxmlformats.org/officeDocument/2006/relationships/image" Target="../media/image79.png"/><Relationship Id="rId6" Type="http://schemas.openxmlformats.org/officeDocument/2006/relationships/image" Target="../media/image80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image" Target="../media/image81.png"/><Relationship Id="rId4" Type="http://schemas.openxmlformats.org/officeDocument/2006/relationships/image" Target="../media/image82.png"/><Relationship Id="rId5" Type="http://schemas.openxmlformats.org/officeDocument/2006/relationships/image" Target="../media/image83.png"/><Relationship Id="rId6" Type="http://schemas.openxmlformats.org/officeDocument/2006/relationships/image" Target="../media/image84.png"/><Relationship Id="rId7" Type="http://schemas.openxmlformats.org/officeDocument/2006/relationships/image" Target="../media/image85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image" Target="../media/image86.png"/><Relationship Id="rId4" Type="http://schemas.openxmlformats.org/officeDocument/2006/relationships/image" Target="../media/image87.png"/><Relationship Id="rId5" Type="http://schemas.openxmlformats.org/officeDocument/2006/relationships/image" Target="../media/image88.png"/><Relationship Id="rId6" Type="http://schemas.openxmlformats.org/officeDocument/2006/relationships/image" Target="../media/image89.png"/><Relationship Id="rId7" Type="http://schemas.openxmlformats.org/officeDocument/2006/relationships/image" Target="../media/image90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image" Target="../media/image91.png"/><Relationship Id="rId4" Type="http://schemas.openxmlformats.org/officeDocument/2006/relationships/image" Target="../media/image92.png"/><Relationship Id="rId5" Type="http://schemas.openxmlformats.org/officeDocument/2006/relationships/image" Target="../media/image93.png"/><Relationship Id="rId6" Type="http://schemas.openxmlformats.org/officeDocument/2006/relationships/image" Target="../media/image94.png"/><Relationship Id="rId7" Type="http://schemas.openxmlformats.org/officeDocument/2006/relationships/image" Target="../media/image95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image" Target="../media/image96.png"/><Relationship Id="rId4" Type="http://schemas.openxmlformats.org/officeDocument/2006/relationships/image" Target="../media/image97.png"/><Relationship Id="rId5" Type="http://schemas.openxmlformats.org/officeDocument/2006/relationships/image" Target="../media/image98.png"/><Relationship Id="rId6" Type="http://schemas.openxmlformats.org/officeDocument/2006/relationships/image" Target="../media/image99.png"/><Relationship Id="rId7" Type="http://schemas.openxmlformats.org/officeDocument/2006/relationships/image" Target="../media/image100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image" Target="../media/image101.png"/><Relationship Id="rId4" Type="http://schemas.openxmlformats.org/officeDocument/2006/relationships/image" Target="../media/image102.png"/><Relationship Id="rId5" Type="http://schemas.openxmlformats.org/officeDocument/2006/relationships/image" Target="../media/image103.png"/><Relationship Id="rId6" Type="http://schemas.openxmlformats.org/officeDocument/2006/relationships/image" Target="../media/image104.png"/><Relationship Id="rId7" Type="http://schemas.openxmlformats.org/officeDocument/2006/relationships/image" Target="../media/image105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image" Target="../media/image106.png"/><Relationship Id="rId4" Type="http://schemas.openxmlformats.org/officeDocument/2006/relationships/image" Target="../media/image107.png"/><Relationship Id="rId5" Type="http://schemas.openxmlformats.org/officeDocument/2006/relationships/image" Target="../media/image108.png"/><Relationship Id="rId6" Type="http://schemas.openxmlformats.org/officeDocument/2006/relationships/image" Target="../media/image109.png"/><Relationship Id="rId7" Type="http://schemas.openxmlformats.org/officeDocument/2006/relationships/image" Target="../media/image110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1.png"/><Relationship Id="rId3" Type="http://schemas.openxmlformats.org/officeDocument/2006/relationships/image" Target="../media/image112.png"/><Relationship Id="rId4" Type="http://schemas.openxmlformats.org/officeDocument/2006/relationships/image" Target="../media/image113.png"/><Relationship Id="rId5" Type="http://schemas.openxmlformats.org/officeDocument/2006/relationships/image" Target="../media/image114.png"/><Relationship Id="rId6" Type="http://schemas.openxmlformats.org/officeDocument/2006/relationships/image" Target="../media/image115.png"/><Relationship Id="rId7" Type="http://schemas.openxmlformats.org/officeDocument/2006/relationships/image" Target="../media/image116.png"/><Relationship Id="rId8" Type="http://schemas.openxmlformats.org/officeDocument/2006/relationships/image" Target="../media/image117.png"/><Relationship Id="rId9" Type="http://schemas.openxmlformats.org/officeDocument/2006/relationships/slide" Target="slide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fundo" descr="bg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anim1" descr="el_1_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14537" y="1800378"/>
            <a:ext cx="7162620" cy="463538"/>
          </a:xfrm>
          <a:prstGeom prst="rect">
            <a:avLst/>
          </a:prstGeom>
        </p:spPr>
      </p:pic>
      <p:pic>
        <p:nvPicPr>
          <p:cNvPr id="4" name="anim2" descr="el_1_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14537" y="1997223"/>
            <a:ext cx="7162620" cy="1443596"/>
          </a:xfrm>
          <a:prstGeom prst="rect">
            <a:avLst/>
          </a:prstGeom>
        </p:spPr>
      </p:pic>
      <p:pic>
        <p:nvPicPr>
          <p:cNvPr id="5" name="anim3" descr="el_1_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514537" y="3263024"/>
            <a:ext cx="4419489" cy="797500"/>
          </a:xfrm>
          <a:prstGeom prst="rect">
            <a:avLst/>
          </a:prstGeom>
        </p:spPr>
      </p:pic>
      <p:pic>
        <p:nvPicPr>
          <p:cNvPr id="6" name="anim4" descr="el_1_3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514537" y="3870029"/>
            <a:ext cx="7162620" cy="476238"/>
          </a:xfrm>
          <a:prstGeom prst="rect">
            <a:avLst/>
          </a:prstGeom>
        </p:spPr>
      </p:pic>
      <p:pic>
        <p:nvPicPr>
          <p:cNvPr id="7" name="anim5" descr="el_1_4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514537" y="4168472"/>
            <a:ext cx="7162620" cy="685782"/>
          </a:xfrm>
          <a:prstGeom prst="rect">
            <a:avLst/>
          </a:prstGeom>
        </p:spPr>
      </p:pic>
      <p:sp>
        <p:nvSpPr>
          <p:cNvPr id="8" name="ir_para_slide">
            <a:hlinkClick action="ppaction://hlinksldjump" r:id="rId8"/>
          </p:cNvPr>
          <p:cNvSpPr/>
          <p:nvPr/>
        </p:nvSpPr>
        <p:spPr>
          <a:xfrm>
            <a:off x="2692332" y="4346267"/>
            <a:ext cx="1725470" cy="330191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after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7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42" presetClass="entr" presetSubtype="0" fill="hold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7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7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42" presetClass="entr" presetSubtype="0" fill="hold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7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6" dur="7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7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0" dur="7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7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4" dur="7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fundo" descr="bg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anim1" descr="el_2_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14537" y="1908127"/>
            <a:ext cx="7162620" cy="463538"/>
          </a:xfrm>
          <a:prstGeom prst="rect">
            <a:avLst/>
          </a:prstGeom>
        </p:spPr>
      </p:pic>
      <p:pic>
        <p:nvPicPr>
          <p:cNvPr id="4" name="anim2" descr="el_2_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14537" y="2104972"/>
            <a:ext cx="6578435" cy="1085822"/>
          </a:xfrm>
          <a:prstGeom prst="rect">
            <a:avLst/>
          </a:prstGeom>
        </p:spPr>
      </p:pic>
      <p:pic>
        <p:nvPicPr>
          <p:cNvPr id="5" name="anim3" descr="el_2_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514537" y="3051098"/>
            <a:ext cx="7162620" cy="647683"/>
          </a:xfrm>
          <a:prstGeom prst="rect">
            <a:avLst/>
          </a:prstGeom>
        </p:spPr>
      </p:pic>
      <p:pic>
        <p:nvPicPr>
          <p:cNvPr id="6" name="anim4" descr="el_2_3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514537" y="3597185"/>
            <a:ext cx="6070448" cy="819129"/>
          </a:xfrm>
          <a:prstGeom prst="rect">
            <a:avLst/>
          </a:prstGeom>
        </p:spPr>
      </p:pic>
      <p:pic>
        <p:nvPicPr>
          <p:cNvPr id="7" name="anim5" descr="el_2_4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514537" y="4238519"/>
            <a:ext cx="7162620" cy="507987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7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42" presetClass="entr" presetSubtype="0" fill="hold" nodeType="with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7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7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42" presetClass="entr" presetSubtype="0" fill="hold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7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6" dur="7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42" presetClass="entr" presetSubtype="0" fill="hold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7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0" dur="7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42" presetClass="entr" presetSubtype="0" fill="hold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7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4" dur="7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fundo" descr="bg_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anim1" descr="el_3_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14537" y="1235440"/>
            <a:ext cx="7162620" cy="463538"/>
          </a:xfrm>
          <a:prstGeom prst="rect">
            <a:avLst/>
          </a:prstGeom>
        </p:spPr>
      </p:pic>
      <p:pic>
        <p:nvPicPr>
          <p:cNvPr id="4" name="anim2" descr="el_3_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14537" y="1432286"/>
            <a:ext cx="7162620" cy="739558"/>
          </a:xfrm>
          <a:prstGeom prst="rect">
            <a:avLst/>
          </a:prstGeom>
        </p:spPr>
      </p:pic>
      <p:pic>
        <p:nvPicPr>
          <p:cNvPr id="5" name="anim3" descr="el_3_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514537" y="1905150"/>
            <a:ext cx="6070448" cy="1018455"/>
          </a:xfrm>
          <a:prstGeom prst="rect">
            <a:avLst/>
          </a:prstGeom>
        </p:spPr>
      </p:pic>
      <p:pic>
        <p:nvPicPr>
          <p:cNvPr id="6" name="anim4" descr="el_3_3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514537" y="2745810"/>
            <a:ext cx="7162620" cy="1936701"/>
          </a:xfrm>
          <a:prstGeom prst="rect">
            <a:avLst/>
          </a:prstGeom>
        </p:spPr>
      </p:pic>
      <p:pic>
        <p:nvPicPr>
          <p:cNvPr id="7" name="anim5" descr="el_3_4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514537" y="4517415"/>
            <a:ext cx="7162620" cy="901677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7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42" presetClass="entr" presetSubtype="0" fill="hold" nodeType="with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7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7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42" presetClass="entr" presetSubtype="0" fill="hold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7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6" dur="7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42" presetClass="entr" presetSubtype="0" fill="hold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7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0" dur="7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42" presetClass="entr" presetSubtype="0" fill="hold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7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4" dur="7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fundo" descr="bg_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anim1" descr="el_4_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14537" y="1441215"/>
            <a:ext cx="7162620" cy="463538"/>
          </a:xfrm>
          <a:prstGeom prst="rect">
            <a:avLst/>
          </a:prstGeom>
        </p:spPr>
      </p:pic>
      <p:pic>
        <p:nvPicPr>
          <p:cNvPr id="4" name="anim2" descr="el_4_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14537" y="1638060"/>
            <a:ext cx="7162620" cy="739558"/>
          </a:xfrm>
          <a:prstGeom prst="rect">
            <a:avLst/>
          </a:prstGeom>
        </p:spPr>
      </p:pic>
      <p:pic>
        <p:nvPicPr>
          <p:cNvPr id="5" name="anim3" descr="el_4_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514537" y="2110925"/>
            <a:ext cx="6197445" cy="797500"/>
          </a:xfrm>
          <a:prstGeom prst="rect">
            <a:avLst/>
          </a:prstGeom>
        </p:spPr>
      </p:pic>
      <p:pic>
        <p:nvPicPr>
          <p:cNvPr id="6" name="anim4" descr="el_4_3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514537" y="2590933"/>
            <a:ext cx="7162620" cy="2622484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7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42" presetClass="entr" presetSubtype="0" fill="hold" nodeType="with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7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7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42" presetClass="entr" presetSubtype="0" fill="hold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7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6" dur="7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42" presetClass="entr" presetSubtype="0" fill="hold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7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0" dur="7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fundo" descr="bg_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anim1" descr="el_5_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14537" y="1040282"/>
            <a:ext cx="7162620" cy="463538"/>
          </a:xfrm>
          <a:prstGeom prst="rect">
            <a:avLst/>
          </a:prstGeom>
        </p:spPr>
      </p:pic>
      <p:pic>
        <p:nvPicPr>
          <p:cNvPr id="4" name="anim2" descr="el_5_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14537" y="1237127"/>
            <a:ext cx="7162620" cy="739558"/>
          </a:xfrm>
          <a:prstGeom prst="rect">
            <a:avLst/>
          </a:prstGeom>
        </p:spPr>
      </p:pic>
      <p:pic>
        <p:nvPicPr>
          <p:cNvPr id="5" name="anim3" descr="el_5_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514537" y="1887787"/>
            <a:ext cx="7162620" cy="2428715"/>
          </a:xfrm>
          <a:prstGeom prst="rect">
            <a:avLst/>
          </a:prstGeom>
        </p:spPr>
      </p:pic>
      <p:pic>
        <p:nvPicPr>
          <p:cNvPr id="6" name="anim4" descr="el_5_3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514537" y="4151407"/>
            <a:ext cx="7162620" cy="1132652"/>
          </a:xfrm>
          <a:prstGeom prst="rect">
            <a:avLst/>
          </a:prstGeom>
        </p:spPr>
      </p:pic>
      <p:pic>
        <p:nvPicPr>
          <p:cNvPr id="7" name="anim5" descr="el_5_4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514537" y="5106264"/>
            <a:ext cx="7162620" cy="507987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7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42" presetClass="entr" presetSubtype="0" fill="hold" nodeType="with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7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7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42" presetClass="entr" presetSubtype="0" fill="hold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7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6" dur="7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42" presetClass="entr" presetSubtype="0" fill="hold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7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0" dur="7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42" presetClass="entr" presetSubtype="0" fill="hold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7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4" dur="7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fundo" descr="bg_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anim1" descr="el_6_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14537" y="1525648"/>
            <a:ext cx="7162620" cy="463538"/>
          </a:xfrm>
          <a:prstGeom prst="rect">
            <a:avLst/>
          </a:prstGeom>
        </p:spPr>
      </p:pic>
      <p:pic>
        <p:nvPicPr>
          <p:cNvPr id="4" name="anim2" descr="el_6_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14537" y="1722493"/>
            <a:ext cx="7162620" cy="739558"/>
          </a:xfrm>
          <a:prstGeom prst="rect">
            <a:avLst/>
          </a:prstGeom>
        </p:spPr>
      </p:pic>
      <p:pic>
        <p:nvPicPr>
          <p:cNvPr id="5" name="anim3" descr="el_6_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514537" y="2373153"/>
            <a:ext cx="7162620" cy="2235144"/>
          </a:xfrm>
          <a:prstGeom prst="rect">
            <a:avLst/>
          </a:prstGeom>
        </p:spPr>
      </p:pic>
      <p:pic>
        <p:nvPicPr>
          <p:cNvPr id="6" name="anim4" descr="el_6_3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514537" y="4392403"/>
            <a:ext cx="6070448" cy="736581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7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42" presetClass="entr" presetSubtype="0" fill="hold" nodeType="with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7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7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42" presetClass="entr" presetSubtype="0" fill="hold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7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6" dur="7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42" presetClass="entr" presetSubtype="0" fill="hold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7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0" dur="7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fundo" descr="bg_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anim1" descr="el_7_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14537" y="1392301"/>
            <a:ext cx="7162620" cy="463538"/>
          </a:xfrm>
          <a:prstGeom prst="rect">
            <a:avLst/>
          </a:prstGeom>
        </p:spPr>
      </p:pic>
      <p:pic>
        <p:nvPicPr>
          <p:cNvPr id="4" name="anim2" descr="el_7_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14537" y="1589146"/>
            <a:ext cx="7162620" cy="739558"/>
          </a:xfrm>
          <a:prstGeom prst="rect">
            <a:avLst/>
          </a:prstGeom>
        </p:spPr>
      </p:pic>
      <p:pic>
        <p:nvPicPr>
          <p:cNvPr id="5" name="anim3" descr="el_7_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514537" y="2239807"/>
            <a:ext cx="7162620" cy="3022524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7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42" presetClass="entr" presetSubtype="0" fill="hold" nodeType="with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7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7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42" presetClass="entr" presetSubtype="0" fill="hold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7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6" dur="7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fundo" descr="bg_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anim1" descr="el_8_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14537" y="1587658"/>
            <a:ext cx="7162620" cy="463538"/>
          </a:xfrm>
          <a:prstGeom prst="rect">
            <a:avLst/>
          </a:prstGeom>
        </p:spPr>
      </p:pic>
      <p:pic>
        <p:nvPicPr>
          <p:cNvPr id="4" name="anim2" descr="el_8_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14537" y="1784503"/>
            <a:ext cx="7162620" cy="1123525"/>
          </a:xfrm>
          <a:prstGeom prst="rect">
            <a:avLst/>
          </a:prstGeom>
        </p:spPr>
      </p:pic>
      <p:pic>
        <p:nvPicPr>
          <p:cNvPr id="5" name="anim3" descr="el_8_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514537" y="2920728"/>
            <a:ext cx="7162620" cy="1625559"/>
          </a:xfrm>
          <a:prstGeom prst="rect">
            <a:avLst/>
          </a:prstGeom>
        </p:spPr>
      </p:pic>
      <p:pic>
        <p:nvPicPr>
          <p:cNvPr id="6" name="anim4" descr="el_8_3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514537" y="4330393"/>
            <a:ext cx="6578435" cy="736581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7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42" presetClass="entr" presetSubtype="0" fill="hold" nodeType="with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7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7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42" presetClass="entr" presetSubtype="0" fill="hold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7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6" dur="7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42" presetClass="entr" presetSubtype="0" fill="hold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7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0" dur="7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fundo" descr="bg_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anim1" descr="el_9_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14537" y="1490724"/>
            <a:ext cx="7162620" cy="463538"/>
          </a:xfrm>
          <a:prstGeom prst="rect">
            <a:avLst/>
          </a:prstGeom>
        </p:spPr>
      </p:pic>
      <p:pic>
        <p:nvPicPr>
          <p:cNvPr id="4" name="anim2" descr="el_9_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14537" y="1687569"/>
            <a:ext cx="7162620" cy="739558"/>
          </a:xfrm>
          <a:prstGeom prst="rect">
            <a:avLst/>
          </a:prstGeom>
        </p:spPr>
      </p:pic>
      <p:pic>
        <p:nvPicPr>
          <p:cNvPr id="5" name="anim3" descr="el_9_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514537" y="2439827"/>
            <a:ext cx="2548369" cy="2724081"/>
          </a:xfrm>
          <a:prstGeom prst="rect">
            <a:avLst/>
          </a:prstGeom>
        </p:spPr>
      </p:pic>
      <p:pic>
        <p:nvPicPr>
          <p:cNvPr id="6" name="anim4" descr="el_9_3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21613" y="2439827"/>
            <a:ext cx="2548369" cy="2724081"/>
          </a:xfrm>
          <a:prstGeom prst="rect">
            <a:avLst/>
          </a:prstGeom>
        </p:spPr>
      </p:pic>
      <p:pic>
        <p:nvPicPr>
          <p:cNvPr id="7" name="anim5" descr="el_9_4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128688" y="2439827"/>
            <a:ext cx="2548469" cy="2724081"/>
          </a:xfrm>
          <a:prstGeom prst="rect">
            <a:avLst/>
          </a:prstGeom>
        </p:spPr>
      </p:pic>
      <p:sp>
        <p:nvSpPr>
          <p:cNvPr id="8" name="ir_para_slide">
            <a:hlinkClick action="ppaction://hlinksldjump" r:id="rId10"/>
          </p:cNvPr>
          <p:cNvSpPr/>
          <p:nvPr/>
        </p:nvSpPr>
        <p:spPr>
          <a:xfrm>
            <a:off x="2863778" y="4103485"/>
            <a:ext cx="1849887" cy="247643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link">
            <a:hlinkClick r:id="rId8"/>
          </p:cNvPr>
          <p:cNvSpPr/>
          <p:nvPr/>
        </p:nvSpPr>
        <p:spPr>
          <a:xfrm>
            <a:off x="2863778" y="4503525"/>
            <a:ext cx="1849887" cy="323841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ir_para_slide">
            <a:hlinkClick action="ppaction://hlinksldjump" r:id="rId11"/>
          </p:cNvPr>
          <p:cNvSpPr/>
          <p:nvPr/>
        </p:nvSpPr>
        <p:spPr>
          <a:xfrm>
            <a:off x="5170854" y="4179683"/>
            <a:ext cx="1849887" cy="247643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link">
            <a:hlinkClick r:id="rId9"/>
          </p:cNvPr>
          <p:cNvSpPr/>
          <p:nvPr/>
        </p:nvSpPr>
        <p:spPr>
          <a:xfrm>
            <a:off x="5170854" y="4503525"/>
            <a:ext cx="1849887" cy="323841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ir_para_slide">
            <a:hlinkClick action="ppaction://hlinksldjump" r:id="rId12"/>
          </p:cNvPr>
          <p:cNvSpPr/>
          <p:nvPr/>
        </p:nvSpPr>
        <p:spPr>
          <a:xfrm>
            <a:off x="7477930" y="4579723"/>
            <a:ext cx="1849986" cy="247643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7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42" presetClass="entr" presetSubtype="0" fill="hold" nodeType="with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7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7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7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6" dur="7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42" presetClass="entr" presetSubtype="0" fill="hold" nodeType="with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7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0" dur="7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42" presetClass="entr" presetSubtype="0" fill="hold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7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4" dur="7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fundo" descr="bg_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anim1" descr="el_10_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14537" y="1439231"/>
            <a:ext cx="3527336" cy="463538"/>
          </a:xfrm>
          <a:prstGeom prst="rect">
            <a:avLst/>
          </a:prstGeom>
        </p:spPr>
      </p:pic>
      <p:pic>
        <p:nvPicPr>
          <p:cNvPr id="4" name="anim2" descr="el_10_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14537" y="1636076"/>
            <a:ext cx="3527336" cy="1123525"/>
          </a:xfrm>
          <a:prstGeom prst="rect">
            <a:avLst/>
          </a:prstGeom>
        </p:spPr>
      </p:pic>
      <p:pic>
        <p:nvPicPr>
          <p:cNvPr id="5" name="anim3" descr="el_10_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514537" y="2492907"/>
            <a:ext cx="3527336" cy="1239409"/>
          </a:xfrm>
          <a:prstGeom prst="rect">
            <a:avLst/>
          </a:prstGeom>
        </p:spPr>
      </p:pic>
      <p:pic>
        <p:nvPicPr>
          <p:cNvPr id="6" name="anim4" descr="el_10_3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514537" y="3503723"/>
            <a:ext cx="3527336" cy="1210041"/>
          </a:xfrm>
          <a:prstGeom prst="rect">
            <a:avLst/>
          </a:prstGeom>
        </p:spPr>
      </p:pic>
      <p:pic>
        <p:nvPicPr>
          <p:cNvPr id="7" name="anim5" descr="el_10_4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514537" y="4535969"/>
            <a:ext cx="3527336" cy="679433"/>
          </a:xfrm>
          <a:prstGeom prst="rect">
            <a:avLst/>
          </a:prstGeom>
        </p:spPr>
      </p:pic>
      <p:pic>
        <p:nvPicPr>
          <p:cNvPr id="8" name="anim6" descr="el_10_5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991075" y="1628734"/>
            <a:ext cx="3686082" cy="3397165"/>
          </a:xfrm>
          <a:prstGeom prst="rect">
            <a:avLst/>
          </a:prstGeom>
        </p:spPr>
      </p:pic>
      <p:sp>
        <p:nvSpPr>
          <p:cNvPr id="9" name="link">
            <a:hlinkClick r:id="rId9"/>
          </p:cNvPr>
          <p:cNvSpPr/>
          <p:nvPr/>
        </p:nvSpPr>
        <p:spPr>
          <a:xfrm>
            <a:off x="2692332" y="4713764"/>
            <a:ext cx="1528823" cy="323841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7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42" presetClass="entr" presetSubtype="0" fill="hold" nodeType="with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7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7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42" presetClass="entr" presetSubtype="0" fill="hold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7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6" dur="7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42" presetClass="entr" presetSubtype="0" fill="hold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7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0" dur="7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42" presetClass="entr" presetSubtype="0" fill="hold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7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4" dur="7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42" presetClass="entr" presetSubtype="0" fill="hold" nodeType="with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7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7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fundo" descr="bg_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anim1" descr="el_11_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14537" y="1297054"/>
            <a:ext cx="7162620" cy="463538"/>
          </a:xfrm>
          <a:prstGeom prst="rect">
            <a:avLst/>
          </a:prstGeom>
        </p:spPr>
      </p:pic>
      <p:pic>
        <p:nvPicPr>
          <p:cNvPr id="4" name="anim2" descr="el_11_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14537" y="1493899"/>
            <a:ext cx="7162620" cy="739558"/>
          </a:xfrm>
          <a:prstGeom prst="rect">
            <a:avLst/>
          </a:prstGeom>
        </p:spPr>
      </p:pic>
      <p:pic>
        <p:nvPicPr>
          <p:cNvPr id="5" name="anim3" descr="el_11_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514537" y="2144559"/>
            <a:ext cx="3973710" cy="3213019"/>
          </a:xfrm>
          <a:prstGeom prst="rect">
            <a:avLst/>
          </a:prstGeom>
        </p:spPr>
      </p:pic>
      <p:pic>
        <p:nvPicPr>
          <p:cNvPr id="6" name="anim4" descr="el_11_3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61251" y="2368391"/>
            <a:ext cx="3315807" cy="2765355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7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42" presetClass="entr" presetSubtype="0" fill="hold" nodeType="with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7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7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7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6" dur="7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42" presetClass="entr" presetSubtype="0" fill="hold" nodeType="with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7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0" dur="7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fundo" descr="bg_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anim1" descr="el_12_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14537" y="1222146"/>
            <a:ext cx="7162620" cy="463538"/>
          </a:xfrm>
          <a:prstGeom prst="rect">
            <a:avLst/>
          </a:prstGeom>
        </p:spPr>
      </p:pic>
      <p:pic>
        <p:nvPicPr>
          <p:cNvPr id="4" name="anim2" descr="el_12_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14537" y="1418991"/>
            <a:ext cx="7162620" cy="739558"/>
          </a:xfrm>
          <a:prstGeom prst="rect">
            <a:avLst/>
          </a:prstGeom>
        </p:spPr>
      </p:pic>
      <p:pic>
        <p:nvPicPr>
          <p:cNvPr id="5" name="anim3" descr="el_12_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514537" y="1891855"/>
            <a:ext cx="6451438" cy="797500"/>
          </a:xfrm>
          <a:prstGeom prst="rect">
            <a:avLst/>
          </a:prstGeom>
        </p:spPr>
      </p:pic>
      <p:pic>
        <p:nvPicPr>
          <p:cNvPr id="6" name="anim4" descr="el_12_3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514537" y="2511560"/>
            <a:ext cx="7162620" cy="1054073"/>
          </a:xfrm>
          <a:prstGeom prst="rect">
            <a:avLst/>
          </a:prstGeom>
        </p:spPr>
      </p:pic>
      <p:pic>
        <p:nvPicPr>
          <p:cNvPr id="7" name="anim5" descr="el_12_4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514537" y="3387838"/>
            <a:ext cx="7162620" cy="1543011"/>
          </a:xfrm>
          <a:prstGeom prst="rect">
            <a:avLst/>
          </a:prstGeom>
        </p:spPr>
      </p:pic>
      <p:pic>
        <p:nvPicPr>
          <p:cNvPr id="8" name="anim6" descr="el_12_5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514537" y="4753054"/>
            <a:ext cx="7162620" cy="679433"/>
          </a:xfrm>
          <a:prstGeom prst="rect">
            <a:avLst/>
          </a:prstGeom>
        </p:spPr>
      </p:pic>
      <p:sp>
        <p:nvSpPr>
          <p:cNvPr id="9" name="link">
            <a:hlinkClick r:id="rId9"/>
          </p:cNvPr>
          <p:cNvSpPr/>
          <p:nvPr/>
        </p:nvSpPr>
        <p:spPr>
          <a:xfrm>
            <a:off x="2692332" y="4930850"/>
            <a:ext cx="2403018" cy="323841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7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42" presetClass="entr" presetSubtype="0" fill="hold" nodeType="with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7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7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42" presetClass="entr" presetSubtype="0" fill="hold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7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6" dur="7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42" presetClass="entr" presetSubtype="0" fill="hold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7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0" dur="7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42" presetClass="entr" presetSubtype="0" fill="hold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7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4" dur="7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42" presetClass="entr" presetSubtype="0" fill="hold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7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7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fundo" descr="bg_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anim1" descr="el_13_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14537" y="1173827"/>
            <a:ext cx="7162620" cy="463538"/>
          </a:xfrm>
          <a:prstGeom prst="rect">
            <a:avLst/>
          </a:prstGeom>
        </p:spPr>
      </p:pic>
      <p:pic>
        <p:nvPicPr>
          <p:cNvPr id="4" name="anim2" descr="el_13_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14537" y="1370672"/>
            <a:ext cx="7162620" cy="739558"/>
          </a:xfrm>
          <a:prstGeom prst="rect">
            <a:avLst/>
          </a:prstGeom>
        </p:spPr>
      </p:pic>
      <p:pic>
        <p:nvPicPr>
          <p:cNvPr id="5" name="anim3" descr="el_13_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514537" y="1843537"/>
            <a:ext cx="6451438" cy="797500"/>
          </a:xfrm>
          <a:prstGeom prst="rect">
            <a:avLst/>
          </a:prstGeom>
        </p:spPr>
      </p:pic>
      <p:pic>
        <p:nvPicPr>
          <p:cNvPr id="6" name="anim4" descr="el_13_3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514537" y="2463242"/>
            <a:ext cx="7162620" cy="2020539"/>
          </a:xfrm>
          <a:prstGeom prst="rect">
            <a:avLst/>
          </a:prstGeom>
        </p:spPr>
      </p:pic>
      <p:pic>
        <p:nvPicPr>
          <p:cNvPr id="7" name="anim5" descr="el_13_4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514537" y="4255187"/>
            <a:ext cx="7162620" cy="723881"/>
          </a:xfrm>
          <a:prstGeom prst="rect">
            <a:avLst/>
          </a:prstGeom>
        </p:spPr>
      </p:pic>
      <p:pic>
        <p:nvPicPr>
          <p:cNvPr id="8" name="anim6" descr="el_13_5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514537" y="4801273"/>
            <a:ext cx="7162620" cy="679433"/>
          </a:xfrm>
          <a:prstGeom prst="rect">
            <a:avLst/>
          </a:prstGeom>
        </p:spPr>
      </p:pic>
      <p:sp>
        <p:nvSpPr>
          <p:cNvPr id="9" name="link">
            <a:hlinkClick r:id="rId9"/>
          </p:cNvPr>
          <p:cNvSpPr/>
          <p:nvPr/>
        </p:nvSpPr>
        <p:spPr>
          <a:xfrm>
            <a:off x="2692332" y="4979069"/>
            <a:ext cx="2053181" cy="323841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7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42" presetClass="entr" presetSubtype="0" fill="hold" nodeType="with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7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7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42" presetClass="entr" presetSubtype="0" fill="hold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7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6" dur="7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42" presetClass="entr" presetSubtype="0" fill="hold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7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0" dur="7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42" presetClass="entr" presetSubtype="0" fill="hold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7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4" dur="7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42" presetClass="entr" presetSubtype="0" fill="hold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7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7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fundo" descr="bg_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anim1" descr="el_14_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14537" y="1797699"/>
            <a:ext cx="7162620" cy="463538"/>
          </a:xfrm>
          <a:prstGeom prst="rect">
            <a:avLst/>
          </a:prstGeom>
        </p:spPr>
      </p:pic>
      <p:pic>
        <p:nvPicPr>
          <p:cNvPr id="4" name="anim2" descr="el_14_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14537" y="1994544"/>
            <a:ext cx="7162620" cy="1123525"/>
          </a:xfrm>
          <a:prstGeom prst="rect">
            <a:avLst/>
          </a:prstGeom>
        </p:spPr>
      </p:pic>
      <p:pic>
        <p:nvPicPr>
          <p:cNvPr id="5" name="anim3" descr="el_14_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514537" y="3029171"/>
            <a:ext cx="7162620" cy="182776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7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42" presetClass="entr" presetSubtype="0" fill="hold" nodeType="with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7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7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42" presetClass="entr" presetSubtype="0" fill="hold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7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6" dur="7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fundo" descr="bg_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anim1" descr="el_15_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14537" y="1091378"/>
            <a:ext cx="7162620" cy="463538"/>
          </a:xfrm>
          <a:prstGeom prst="rect">
            <a:avLst/>
          </a:prstGeom>
        </p:spPr>
      </p:pic>
      <p:pic>
        <p:nvPicPr>
          <p:cNvPr id="4" name="anim2" descr="el_15_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14537" y="1288224"/>
            <a:ext cx="7162620" cy="739558"/>
          </a:xfrm>
          <a:prstGeom prst="rect">
            <a:avLst/>
          </a:prstGeom>
        </p:spPr>
      </p:pic>
      <p:pic>
        <p:nvPicPr>
          <p:cNvPr id="5" name="anim3" descr="el_15_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514537" y="1761088"/>
            <a:ext cx="7162620" cy="1681318"/>
          </a:xfrm>
          <a:prstGeom prst="rect">
            <a:avLst/>
          </a:prstGeom>
        </p:spPr>
      </p:pic>
      <p:pic>
        <p:nvPicPr>
          <p:cNvPr id="6" name="anim4" descr="el_15_3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514537" y="3251912"/>
            <a:ext cx="7162620" cy="1816054"/>
          </a:xfrm>
          <a:prstGeom prst="rect">
            <a:avLst/>
          </a:prstGeom>
        </p:spPr>
      </p:pic>
      <p:pic>
        <p:nvPicPr>
          <p:cNvPr id="7" name="anim5" descr="el_15_4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514537" y="4890171"/>
            <a:ext cx="7162620" cy="673083"/>
          </a:xfrm>
          <a:prstGeom prst="rect">
            <a:avLst/>
          </a:prstGeom>
        </p:spPr>
      </p:pic>
      <p:sp>
        <p:nvSpPr>
          <p:cNvPr id="8" name="ir_para_slide">
            <a:hlinkClick action="ppaction://hlinksldjump" r:id="rId8"/>
          </p:cNvPr>
          <p:cNvSpPr/>
          <p:nvPr/>
        </p:nvSpPr>
        <p:spPr>
          <a:xfrm>
            <a:off x="2692332" y="3429708"/>
            <a:ext cx="1625559" cy="1460463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ir_para_slide">
            <a:hlinkClick action="ppaction://hlinksldjump" r:id="rId9"/>
          </p:cNvPr>
          <p:cNvSpPr/>
          <p:nvPr/>
        </p:nvSpPr>
        <p:spPr>
          <a:xfrm>
            <a:off x="4419489" y="3429708"/>
            <a:ext cx="1625559" cy="1460463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ir_para_slide">
            <a:hlinkClick action="ppaction://hlinksldjump" r:id="rId10"/>
          </p:cNvPr>
          <p:cNvSpPr/>
          <p:nvPr/>
        </p:nvSpPr>
        <p:spPr>
          <a:xfrm>
            <a:off x="6146646" y="3429708"/>
            <a:ext cx="1625559" cy="1460463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ir_para_slide">
            <a:hlinkClick action="ppaction://hlinksldjump" r:id="rId11"/>
          </p:cNvPr>
          <p:cNvSpPr/>
          <p:nvPr/>
        </p:nvSpPr>
        <p:spPr>
          <a:xfrm>
            <a:off x="7873803" y="3429708"/>
            <a:ext cx="1625559" cy="1460463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7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42" presetClass="entr" presetSubtype="0" fill="hold" nodeType="with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7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7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42" presetClass="entr" presetSubtype="0" fill="hold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7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6" dur="7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42" presetClass="entr" presetSubtype="0" fill="hold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7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0" dur="7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42" presetClass="entr" presetSubtype="0" fill="hold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7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4" dur="7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fundo" descr="bg_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anim1" descr="el_16_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14537" y="1717731"/>
            <a:ext cx="7162620" cy="463538"/>
          </a:xfrm>
          <a:prstGeom prst="rect">
            <a:avLst/>
          </a:prstGeom>
        </p:spPr>
      </p:pic>
      <p:pic>
        <p:nvPicPr>
          <p:cNvPr id="4" name="anim2" descr="el_16_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14537" y="1914576"/>
            <a:ext cx="7162620" cy="739558"/>
          </a:xfrm>
          <a:prstGeom prst="rect">
            <a:avLst/>
          </a:prstGeom>
        </p:spPr>
      </p:pic>
      <p:pic>
        <p:nvPicPr>
          <p:cNvPr id="5" name="anim3" descr="el_16_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514537" y="2425540"/>
            <a:ext cx="7162620" cy="251136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7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42" presetClass="entr" presetSubtype="0" fill="hold" nodeType="with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7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7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42" presetClass="entr" presetSubtype="0" fill="hold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7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6" dur="7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fundo" descr="bg_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anim1" descr="el_17_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14537" y="827166"/>
            <a:ext cx="7162620" cy="463538"/>
          </a:xfrm>
          <a:prstGeom prst="rect">
            <a:avLst/>
          </a:prstGeom>
        </p:spPr>
      </p:pic>
      <p:pic>
        <p:nvPicPr>
          <p:cNvPr id="4" name="anim2" descr="el_17_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14537" y="1024011"/>
            <a:ext cx="7162620" cy="739558"/>
          </a:xfrm>
          <a:prstGeom prst="rect">
            <a:avLst/>
          </a:prstGeom>
        </p:spPr>
      </p:pic>
      <p:pic>
        <p:nvPicPr>
          <p:cNvPr id="5" name="anim3" descr="el_17_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514537" y="1496875"/>
            <a:ext cx="7162620" cy="507987"/>
          </a:xfrm>
          <a:prstGeom prst="rect">
            <a:avLst/>
          </a:prstGeom>
        </p:spPr>
      </p:pic>
      <p:pic>
        <p:nvPicPr>
          <p:cNvPr id="6" name="anim4" descr="el_17_3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514537" y="1687371"/>
            <a:ext cx="7162620" cy="4140096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7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42" presetClass="entr" presetSubtype="0" fill="hold" nodeType="with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7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7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42" presetClass="entr" presetSubtype="0" fill="hold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7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6" dur="7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42" presetClass="entr" presetSubtype="0" fill="hold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7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0" dur="7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fundo" descr="bg_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anim1" descr="el_18_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14537" y="501736"/>
            <a:ext cx="7162620" cy="463538"/>
          </a:xfrm>
          <a:prstGeom prst="rect">
            <a:avLst/>
          </a:prstGeom>
        </p:spPr>
      </p:pic>
      <p:pic>
        <p:nvPicPr>
          <p:cNvPr id="4" name="anim2" descr="el_18_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14537" y="698581"/>
            <a:ext cx="7162620" cy="739558"/>
          </a:xfrm>
          <a:prstGeom prst="rect">
            <a:avLst/>
          </a:prstGeom>
        </p:spPr>
      </p:pic>
      <p:pic>
        <p:nvPicPr>
          <p:cNvPr id="5" name="anim3" descr="el_18_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514537" y="1171446"/>
            <a:ext cx="7162620" cy="507987"/>
          </a:xfrm>
          <a:prstGeom prst="rect">
            <a:avLst/>
          </a:prstGeom>
        </p:spPr>
      </p:pic>
      <p:pic>
        <p:nvPicPr>
          <p:cNvPr id="6" name="anim4" descr="el_18_3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514537" y="1361941"/>
            <a:ext cx="7162620" cy="4568710"/>
          </a:xfrm>
          <a:prstGeom prst="rect">
            <a:avLst/>
          </a:prstGeom>
        </p:spPr>
      </p:pic>
      <p:pic>
        <p:nvPicPr>
          <p:cNvPr id="7" name="anim5" descr="el_18_4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514537" y="5676658"/>
            <a:ext cx="7162620" cy="4762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7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42" presetClass="entr" presetSubtype="0" fill="hold" nodeType="with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7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7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42" presetClass="entr" presetSubtype="0" fill="hold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7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6" dur="7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42" presetClass="entr" presetSubtype="0" fill="hold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7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0" dur="7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42" presetClass="entr" presetSubtype="0" fill="hold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7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4" dur="7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fundo" descr="bg_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anim1" descr="el_19_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14537" y="1212918"/>
            <a:ext cx="7162620" cy="463538"/>
          </a:xfrm>
          <a:prstGeom prst="rect">
            <a:avLst/>
          </a:prstGeom>
        </p:spPr>
      </p:pic>
      <p:pic>
        <p:nvPicPr>
          <p:cNvPr id="4" name="anim2" descr="el_19_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14537" y="1409763"/>
            <a:ext cx="7162620" cy="739558"/>
          </a:xfrm>
          <a:prstGeom prst="rect">
            <a:avLst/>
          </a:prstGeom>
        </p:spPr>
      </p:pic>
      <p:pic>
        <p:nvPicPr>
          <p:cNvPr id="5" name="anim3" descr="el_19_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514537" y="2060424"/>
            <a:ext cx="7162620" cy="958826"/>
          </a:xfrm>
          <a:prstGeom prst="rect">
            <a:avLst/>
          </a:prstGeom>
        </p:spPr>
      </p:pic>
      <p:pic>
        <p:nvPicPr>
          <p:cNvPr id="6" name="anim4" descr="el_19_3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514537" y="2701758"/>
            <a:ext cx="7162620" cy="507987"/>
          </a:xfrm>
          <a:prstGeom prst="rect">
            <a:avLst/>
          </a:prstGeom>
        </p:spPr>
      </p:pic>
      <p:pic>
        <p:nvPicPr>
          <p:cNvPr id="7" name="anim5" descr="el_19_4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514537" y="2930352"/>
            <a:ext cx="7162620" cy="251136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7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42" presetClass="entr" presetSubtype="0" fill="hold" nodeType="with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7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7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42" presetClass="entr" presetSubtype="0" fill="hold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7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6" dur="7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42" presetClass="entr" presetSubtype="0" fill="hold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7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0" dur="7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42" presetClass="entr" presetSubtype="0" fill="hold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7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4" dur="7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fundo" descr="bg_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anim1" descr="el_20_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63093" y="413334"/>
            <a:ext cx="6265507" cy="450838"/>
          </a:xfrm>
          <a:prstGeom prst="rect">
            <a:avLst/>
          </a:prstGeom>
        </p:spPr>
      </p:pic>
      <p:pic>
        <p:nvPicPr>
          <p:cNvPr id="4" name="anim2" descr="el_20_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63093" y="585673"/>
            <a:ext cx="6265507" cy="1022324"/>
          </a:xfrm>
          <a:prstGeom prst="rect">
            <a:avLst/>
          </a:prstGeom>
        </p:spPr>
      </p:pic>
      <p:pic>
        <p:nvPicPr>
          <p:cNvPr id="5" name="anim3" descr="el_20_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963093" y="1329498"/>
            <a:ext cx="5868543" cy="739359"/>
          </a:xfrm>
          <a:prstGeom prst="rect">
            <a:avLst/>
          </a:prstGeom>
        </p:spPr>
      </p:pic>
      <p:pic>
        <p:nvPicPr>
          <p:cNvPr id="6" name="anim4" descr="el_20_3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963093" y="1867547"/>
            <a:ext cx="6265507" cy="3930154"/>
          </a:xfrm>
          <a:prstGeom prst="rect">
            <a:avLst/>
          </a:prstGeom>
        </p:spPr>
      </p:pic>
      <p:pic>
        <p:nvPicPr>
          <p:cNvPr id="7" name="anim5" descr="el_20_4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963093" y="5574366"/>
            <a:ext cx="6265507" cy="67695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7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42" presetClass="entr" presetSubtype="0" fill="hold" nodeType="with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7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7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42" presetClass="entr" presetSubtype="0" fill="hold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7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6" dur="7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42" presetClass="entr" presetSubtype="0" fill="hold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7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0" dur="7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42" presetClass="entr" presetSubtype="0" fill="hold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7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4" dur="7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fundo" descr="bg_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anim1" descr="el_21_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14537" y="1196945"/>
            <a:ext cx="7162620" cy="463538"/>
          </a:xfrm>
          <a:prstGeom prst="rect">
            <a:avLst/>
          </a:prstGeom>
        </p:spPr>
      </p:pic>
      <p:pic>
        <p:nvPicPr>
          <p:cNvPr id="4" name="anim2" descr="el_21_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14537" y="1393790"/>
            <a:ext cx="7162620" cy="739558"/>
          </a:xfrm>
          <a:prstGeom prst="rect">
            <a:avLst/>
          </a:prstGeom>
        </p:spPr>
      </p:pic>
      <p:pic>
        <p:nvPicPr>
          <p:cNvPr id="5" name="anim3" descr="el_21_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514537" y="1866654"/>
            <a:ext cx="6451438" cy="1018455"/>
          </a:xfrm>
          <a:prstGeom prst="rect">
            <a:avLst/>
          </a:prstGeom>
        </p:spPr>
      </p:pic>
      <p:pic>
        <p:nvPicPr>
          <p:cNvPr id="6" name="anim4" descr="el_21_3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514537" y="2707314"/>
            <a:ext cx="7162620" cy="1337534"/>
          </a:xfrm>
          <a:prstGeom prst="rect">
            <a:avLst/>
          </a:prstGeom>
        </p:spPr>
      </p:pic>
      <p:pic>
        <p:nvPicPr>
          <p:cNvPr id="7" name="anim5" descr="el_21_4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514537" y="3816254"/>
            <a:ext cx="7162620" cy="1641433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7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42" presetClass="entr" presetSubtype="0" fill="hold" nodeType="with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7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7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42" presetClass="entr" presetSubtype="0" fill="hold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7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6" dur="7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42" presetClass="entr" presetSubtype="0" fill="hold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7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0" dur="7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42" presetClass="entr" presetSubtype="0" fill="hold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7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4" dur="7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fundo" descr="bg_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anim1" descr="el_22_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14537" y="1468400"/>
            <a:ext cx="7162620" cy="463538"/>
          </a:xfrm>
          <a:prstGeom prst="rect">
            <a:avLst/>
          </a:prstGeom>
        </p:spPr>
      </p:pic>
      <p:pic>
        <p:nvPicPr>
          <p:cNvPr id="4" name="anim2" descr="el_22_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14537" y="1665245"/>
            <a:ext cx="7162620" cy="1123525"/>
          </a:xfrm>
          <a:prstGeom prst="rect">
            <a:avLst/>
          </a:prstGeom>
        </p:spPr>
      </p:pic>
      <p:pic>
        <p:nvPicPr>
          <p:cNvPr id="5" name="anim3" descr="el_22_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514537" y="2585575"/>
            <a:ext cx="7162620" cy="1239409"/>
          </a:xfrm>
          <a:prstGeom prst="rect">
            <a:avLst/>
          </a:prstGeom>
        </p:spPr>
      </p:pic>
      <p:pic>
        <p:nvPicPr>
          <p:cNvPr id="6" name="anim4" descr="el_22_3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514537" y="3609091"/>
            <a:ext cx="6070448" cy="609584"/>
          </a:xfrm>
          <a:prstGeom prst="rect">
            <a:avLst/>
          </a:prstGeom>
        </p:spPr>
      </p:pic>
      <p:pic>
        <p:nvPicPr>
          <p:cNvPr id="7" name="anim5" descr="el_22_4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514537" y="4053579"/>
            <a:ext cx="7162620" cy="113265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7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42" presetClass="entr" presetSubtype="0" fill="hold" nodeType="with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7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7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42" presetClass="entr" presetSubtype="0" fill="hold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7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6" dur="7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42" presetClass="entr" presetSubtype="0" fill="hold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7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0" dur="7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42" presetClass="entr" presetSubtype="0" fill="hold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7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4" dur="7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fundo" descr="bg_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anim1" descr="el_23_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14537" y="1032047"/>
            <a:ext cx="7162620" cy="463538"/>
          </a:xfrm>
          <a:prstGeom prst="rect">
            <a:avLst/>
          </a:prstGeom>
        </p:spPr>
      </p:pic>
      <p:pic>
        <p:nvPicPr>
          <p:cNvPr id="4" name="anim2" descr="el_23_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14537" y="1228892"/>
            <a:ext cx="7162620" cy="1123525"/>
          </a:xfrm>
          <a:prstGeom prst="rect">
            <a:avLst/>
          </a:prstGeom>
        </p:spPr>
      </p:pic>
      <p:pic>
        <p:nvPicPr>
          <p:cNvPr id="5" name="anim3" descr="el_23_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514537" y="2263519"/>
            <a:ext cx="7162620" cy="2914577"/>
          </a:xfrm>
          <a:prstGeom prst="rect">
            <a:avLst/>
          </a:prstGeom>
        </p:spPr>
      </p:pic>
      <p:pic>
        <p:nvPicPr>
          <p:cNvPr id="6" name="anim4" descr="el_23_3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514537" y="4936803"/>
            <a:ext cx="7162620" cy="463538"/>
          </a:xfrm>
          <a:prstGeom prst="rect">
            <a:avLst/>
          </a:prstGeom>
        </p:spPr>
      </p:pic>
      <p:pic>
        <p:nvPicPr>
          <p:cNvPr id="7" name="anim5" descr="el_23_4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514537" y="5159047"/>
            <a:ext cx="7162620" cy="4635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7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42" presetClass="entr" presetSubtype="0" fill="hold" nodeType="with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7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7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42" presetClass="entr" presetSubtype="0" fill="hold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7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6" dur="7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42" presetClass="entr" presetSubtype="0" fill="hold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7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0" dur="7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42" presetClass="entr" presetSubtype="0" fill="hold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7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4" dur="7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fundo" descr="bg_2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anim1" descr="el_24_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14537" y="1284949"/>
            <a:ext cx="7162620" cy="463538"/>
          </a:xfrm>
          <a:prstGeom prst="rect">
            <a:avLst/>
          </a:prstGeom>
        </p:spPr>
      </p:pic>
      <p:pic>
        <p:nvPicPr>
          <p:cNvPr id="4" name="anim2" descr="el_24_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14537" y="1481794"/>
            <a:ext cx="7162620" cy="1288224"/>
          </a:xfrm>
          <a:prstGeom prst="rect">
            <a:avLst/>
          </a:prstGeom>
        </p:spPr>
      </p:pic>
      <p:pic>
        <p:nvPicPr>
          <p:cNvPr id="5" name="anim3" descr="el_24_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514537" y="2592223"/>
            <a:ext cx="5181470" cy="1018455"/>
          </a:xfrm>
          <a:prstGeom prst="rect">
            <a:avLst/>
          </a:prstGeom>
        </p:spPr>
      </p:pic>
      <p:pic>
        <p:nvPicPr>
          <p:cNvPr id="6" name="anim4" descr="el_24_3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514537" y="3432882"/>
            <a:ext cx="5562460" cy="946126"/>
          </a:xfrm>
          <a:prstGeom prst="rect">
            <a:avLst/>
          </a:prstGeom>
        </p:spPr>
      </p:pic>
      <p:pic>
        <p:nvPicPr>
          <p:cNvPr id="7" name="anim5" descr="el_24_4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514537" y="4201213"/>
            <a:ext cx="5435464" cy="673083"/>
          </a:xfrm>
          <a:prstGeom prst="rect">
            <a:avLst/>
          </a:prstGeom>
        </p:spPr>
      </p:pic>
      <p:pic>
        <p:nvPicPr>
          <p:cNvPr id="8" name="anim6" descr="el_24_5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514537" y="4696501"/>
            <a:ext cx="7162620" cy="673083"/>
          </a:xfrm>
          <a:prstGeom prst="rect">
            <a:avLst/>
          </a:prstGeom>
        </p:spPr>
      </p:pic>
      <p:sp>
        <p:nvSpPr>
          <p:cNvPr id="9" name="ir_para_slide">
            <a:hlinkClick action="ppaction://hlinksldjump" r:id="rId9"/>
          </p:cNvPr>
          <p:cNvSpPr/>
          <p:nvPr/>
        </p:nvSpPr>
        <p:spPr>
          <a:xfrm>
            <a:off x="2692332" y="4874296"/>
            <a:ext cx="1252307" cy="31749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after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7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42" presetClass="entr" presetSubtype="0" fill="hold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7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7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42" presetClass="entr" presetSubtype="0" fill="hold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7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6" dur="7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42" presetClass="entr" presetSubtype="0" fill="hold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7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0" dur="7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42" presetClass="entr" presetSubtype="0" fill="hold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7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4" dur="7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7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7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Quality Experience</dc:title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